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6" r:id="rId6"/>
    <p:sldId id="384" r:id="rId7"/>
    <p:sldId id="355" r:id="rId8"/>
    <p:sldId id="356" r:id="rId9"/>
    <p:sldId id="385" r:id="rId10"/>
    <p:sldId id="315" r:id="rId11"/>
    <p:sldId id="316" r:id="rId12"/>
    <p:sldId id="317" r:id="rId13"/>
    <p:sldId id="318" r:id="rId14"/>
    <p:sldId id="319" r:id="rId15"/>
    <p:sldId id="340" r:id="rId16"/>
    <p:sldId id="341" r:id="rId17"/>
    <p:sldId id="342" r:id="rId18"/>
    <p:sldId id="320" r:id="rId19"/>
    <p:sldId id="388" r:id="rId20"/>
    <p:sldId id="389" r:id="rId21"/>
    <p:sldId id="321" r:id="rId22"/>
    <p:sldId id="322" r:id="rId23"/>
    <p:sldId id="323" r:id="rId24"/>
    <p:sldId id="324" r:id="rId25"/>
    <p:sldId id="325" r:id="rId26"/>
    <p:sldId id="326" r:id="rId27"/>
    <p:sldId id="327" r:id="rId28"/>
    <p:sldId id="358" r:id="rId29"/>
    <p:sldId id="328" r:id="rId30"/>
    <p:sldId id="390" r:id="rId31"/>
    <p:sldId id="329" r:id="rId32"/>
    <p:sldId id="330" r:id="rId33"/>
    <p:sldId id="332" r:id="rId34"/>
    <p:sldId id="339" r:id="rId35"/>
    <p:sldId id="293" r:id="rId36"/>
    <p:sldId id="359" r:id="rId37"/>
    <p:sldId id="300" r:id="rId38"/>
    <p:sldId id="361" r:id="rId39"/>
    <p:sldId id="362" r:id="rId40"/>
    <p:sldId id="386" r:id="rId41"/>
    <p:sldId id="387" r:id="rId42"/>
    <p:sldId id="364" r:id="rId43"/>
    <p:sldId id="366" r:id="rId44"/>
    <p:sldId id="365" r:id="rId45"/>
    <p:sldId id="367" r:id="rId46"/>
    <p:sldId id="369" r:id="rId47"/>
    <p:sldId id="371" r:id="rId48"/>
    <p:sldId id="372" r:id="rId49"/>
    <p:sldId id="373" r:id="rId50"/>
    <p:sldId id="368" r:id="rId51"/>
    <p:sldId id="374" r:id="rId52"/>
    <p:sldId id="375" r:id="rId53"/>
    <p:sldId id="376" r:id="rId54"/>
    <p:sldId id="377" r:id="rId55"/>
    <p:sldId id="378" r:id="rId56"/>
    <p:sldId id="379" r:id="rId57"/>
    <p:sldId id="380" r:id="rId5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1A8204-3D6E-41C2-A792-ABD7E8AF5AEA}" v="6" dt="2023-03-17T08:26:38.7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5" Type="http://schemas.openxmlformats.org/officeDocument/2006/relationships/slide" Target="slides/slide1.xml"/><Relationship Id="rId61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dev Tripathi" userId="S::780314@khec.edu.np::358499ca-f5aa-4350-bbf6-e80bb2cfc911" providerId="AD" clId="Web-{8C1A8204-3D6E-41C2-A792-ABD7E8AF5AEA}"/>
    <pc:docChg chg="modSld">
      <pc:chgData name="Jayadev Tripathi" userId="S::780314@khec.edu.np::358499ca-f5aa-4350-bbf6-e80bb2cfc911" providerId="AD" clId="Web-{8C1A8204-3D6E-41C2-A792-ABD7E8AF5AEA}" dt="2023-03-17T08:26:38.771" v="5" actId="1076"/>
      <pc:docMkLst>
        <pc:docMk/>
      </pc:docMkLst>
      <pc:sldChg chg="modSp">
        <pc:chgData name="Jayadev Tripathi" userId="S::780314@khec.edu.np::358499ca-f5aa-4350-bbf6-e80bb2cfc911" providerId="AD" clId="Web-{8C1A8204-3D6E-41C2-A792-ABD7E8AF5AEA}" dt="2023-03-17T08:26:38.771" v="5" actId="1076"/>
        <pc:sldMkLst>
          <pc:docMk/>
          <pc:sldMk cId="3847702402" sldId="276"/>
        </pc:sldMkLst>
        <pc:picChg chg="mod">
          <ac:chgData name="Jayadev Tripathi" userId="S::780314@khec.edu.np::358499ca-f5aa-4350-bbf6-e80bb2cfc911" providerId="AD" clId="Web-{8C1A8204-3D6E-41C2-A792-ABD7E8AF5AEA}" dt="2023-03-17T08:26:38.771" v="5" actId="1076"/>
          <ac:picMkLst>
            <pc:docMk/>
            <pc:sldMk cId="3847702402" sldId="276"/>
            <ac:picMk id="4" creationId="{E9362B81-3E74-4A4E-BFB6-66C386BE0B7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641F2-0A0B-4F26-8729-486FFCED9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CE58D-D331-4365-86E1-775B5963F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4B8F7-A011-439D-B0BD-194A21A87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32550-8AF2-480F-80B9-F2C2982D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1A343-CE63-4E7E-A52B-190C20D5B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40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201FB-5B94-456F-9D73-8C6771C2C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D9D56-4087-4F4F-B549-E8E54B9B1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DC297-20CD-443F-A6D9-2EE0AC5D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509C-C6F7-4AE6-9C80-C7E861614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B5618-ED47-4C7A-9A49-60196BA4B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662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2FEF6-01EE-49EF-8F02-38BFB6BB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53E61C-4470-4F7E-A3D9-A7728A2BD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81717-630F-44B1-A0DD-8E31778FA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255E50-A871-4E25-BB55-929F8BD0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337AD-12DC-481C-8C6F-E15F3346E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8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356D5-DD62-4850-93AC-0A1C2D683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2E78-67CF-4755-B222-27E2F3F2BB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632500-9D62-4376-8ECA-E5B0DA390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C69CA-7DE3-4859-8830-C0A64279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EF2D93-9AA8-4F7A-9A29-2806F6CC8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B156B-B111-4BA1-BDC0-E4DB8BDE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829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43447-A372-4AF9-8B68-CE15AB8D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B26487-62D5-4594-A47D-08C70F836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5B4B7-BB50-4606-B8F3-271B2F7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FA96F-69B0-4778-96A0-1D5DF294AC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141EE-44E0-4DB7-939C-E0FA66282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E0EF1-4AB8-4428-A8C4-F203FD961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ED7EB-7E46-4216-9373-EFC0AC8E2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C7A896-575E-46F0-9C72-74270BE91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09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1E3A3-FB0F-422B-9075-EC42D1D6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B18BA3-ED6B-4796-8FAA-A410696FF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A62233-37F2-40E3-ADC1-67147F09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FCF87-AF8A-4E27-909A-56B802BC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56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4E73D5-0D14-455E-8333-12488DE1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CFD428-50B4-4FB6-876A-2BB74AE0A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2E00D-CBBC-47DE-A5E7-D01E1F0AD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62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C7E5-9E4D-4A24-88B8-B53F2F360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E499-0C3D-4D71-BA7F-33774283F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9060C7-19D3-48E4-9C4F-87FCAB296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35726-18B3-47B7-B169-4993618B4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21392-8860-49CC-A518-87D8093C5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5205DA-1258-4D73-973A-A096115BA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026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6BB9B-7DD2-4255-B045-A47AEC1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24A5D-1DE5-4D1B-A61B-FDBFB58A3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497A04-1968-4281-A57A-8EC45C0C3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25734-7BA0-4964-A0CE-E2EC38F1E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39BD0-2341-4E0F-9C8F-523B98D9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CF77F-0A24-4734-9495-36BBE0239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74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52524-D53C-4199-A0EC-0213276A4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932C1-43A1-4C6B-B4BE-74A846910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FCEF7-BA61-447F-892A-21E00AA3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37AFC-DC6D-4EDA-8620-317AF5E65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1C0A-C7FE-4149-9FB6-8A37FA0B7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9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5BF5C4-7EB4-40E4-A7BC-D675BF247B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1ED7E-6C04-4396-9C78-0E2750B3C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26B05-DC26-4878-A06F-19D0D92B3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BB366-2812-4BB5-8B7E-9FBE3CDD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601BE-793D-453B-AE2B-5EF8CCA47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6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7D93E3-5984-4569-A092-4AB9E37F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4B5CB-5BDC-4167-BE9D-BCC0D277F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2E9501-829B-49BA-878E-AAFDFC747E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4A2A75-0FD5-4DA5-8A1E-C65176343891}" type="datetimeFigureOut">
              <a:rPr lang="en-US" smtClean="0"/>
              <a:pPr/>
              <a:t>3/17/2023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FBA5D-8723-4331-A85D-E67D613B3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1F125-8C79-496E-B824-4D32C8011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26EF63-6C39-4317-986C-AEA502086CD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04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jpeg"/><Relationship Id="rId4" Type="http://schemas.openxmlformats.org/officeDocument/2006/relationships/image" Target="../media/image39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990AB-7FE4-4330-9E4D-C91355A932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5A31EB-E91F-4EA5-883B-CFBA641B90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Kinematics of particle</a:t>
            </a:r>
          </a:p>
        </p:txBody>
      </p:sp>
    </p:spTree>
    <p:extLst>
      <p:ext uri="{BB962C8B-B14F-4D97-AF65-F5344CB8AC3E}">
        <p14:creationId xmlns:p14="http://schemas.microsoft.com/office/powerpoint/2010/main" val="3018900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92A7-EF73-4F16-9401-878FF8F9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9362B81-3E74-4A4E-BFB6-66C386BE0B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642" y="57508"/>
            <a:ext cx="12059478" cy="674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702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6AE30-3198-A16D-5ABF-A1D609B4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FA99F2-BC06-C8E7-FDA2-976584231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604" y="509138"/>
            <a:ext cx="11217553" cy="3082201"/>
          </a:xfrm>
        </p:spPr>
      </p:pic>
    </p:spTree>
    <p:extLst>
      <p:ext uri="{BB962C8B-B14F-4D97-AF65-F5344CB8AC3E}">
        <p14:creationId xmlns:p14="http://schemas.microsoft.com/office/powerpoint/2010/main" val="1855964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252D-B9FC-5FD5-092F-431C8DAD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Rectilinear motion of a particles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53EA8-3BCD-6B35-9200-31A92D164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particles moves along a straight line the motion is said to be rectilinear motion.</a:t>
            </a:r>
          </a:p>
        </p:txBody>
      </p:sp>
    </p:spTree>
    <p:extLst>
      <p:ext uri="{BB962C8B-B14F-4D97-AF65-F5344CB8AC3E}">
        <p14:creationId xmlns:p14="http://schemas.microsoft.com/office/powerpoint/2010/main" val="2195402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7A362-C89D-F237-FF02-89D59C6E7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Curvilinear motion of particle</a:t>
            </a:r>
            <a:br>
              <a:rPr lang="en-US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9553D-77B0-45E0-D716-C50DA6211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 particle moves along a curved path then the motion is said to be curvilinear motion of particle.</a:t>
            </a:r>
          </a:p>
        </p:txBody>
      </p:sp>
    </p:spTree>
    <p:extLst>
      <p:ext uri="{BB962C8B-B14F-4D97-AF65-F5344CB8AC3E}">
        <p14:creationId xmlns:p14="http://schemas.microsoft.com/office/powerpoint/2010/main" val="877963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0A6A2-8CDF-4904-1D0B-61C81322B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Rectilinear motion of a particles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FA24-F8CC-96AC-FEDE-5B3EBCF2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98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B1A5-8E0C-4165-82E7-2CEFA3BA4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Position velocity and acceleration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146E1F5-847C-4E1C-A313-F0DD3F107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 particle moving in a straight line.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of particle is given by x 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Position vector of particle is given by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x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F146E1F5-847C-4E1C-A313-F0DD3F107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A96B392-CD8C-427B-8629-2659F25E2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667" y="3630968"/>
            <a:ext cx="5048871" cy="28619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99F13C3-0C8A-41F8-A91B-1D31D1F47FCF}"/>
              </a:ext>
            </a:extLst>
          </p:cNvPr>
          <p:cNvSpPr/>
          <p:nvPr/>
        </p:nvSpPr>
        <p:spPr>
          <a:xfrm>
            <a:off x="4757530" y="5247861"/>
            <a:ext cx="1166192" cy="3710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t+Δt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234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8BDDB2-7A46-45F6-9D71-7AFBC77518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65043"/>
                <a:ext cx="10515600" cy="5911920"/>
              </a:xfrm>
            </p:spPr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any time t, the particle is at position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at time (t+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t),it reaches to new position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position vectors of particle are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when it is at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position respectively.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velocity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𝑎𝑣𝑔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l-G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l-G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b="0" i="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l-G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m:rPr>
                            <m:nor/>
                          </m:rPr>
                          <a:rPr lang="el-G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m:rPr>
                            <m:nor/>
                          </m:rPr>
                          <a:rPr lang="en-US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t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l-G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Δ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tends to zero ,the position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approaches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is instantaneous velocity of the particle A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B58BDDB2-7A46-45F6-9D71-7AFBC77518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65043"/>
                <a:ext cx="10515600" cy="5911920"/>
              </a:xfrm>
              <a:blipFill>
                <a:blip r:embed="rId2"/>
                <a:stretch>
                  <a:fillRect l="-1043" t="-1753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27AA9FF-723B-4337-9C5E-886653DA2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055" y="3923057"/>
            <a:ext cx="5884379" cy="2170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65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13EEAA-3B96-426B-AB0B-B1DBE1E27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3961" y="447399"/>
                <a:ext cx="10515600" cy="4351338"/>
              </a:xfrm>
            </p:spPr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Average acceleration is rate of change of velocity ,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l-GR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Instantaneous acceleration,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C13EEAA-3B96-426B-AB0B-B1DBE1E27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3961" y="447399"/>
                <a:ext cx="10515600" cy="4351338"/>
              </a:xfrm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BA67588-CCC4-4EA5-A6D4-4A5A2E515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214" y="2322237"/>
            <a:ext cx="4286250" cy="1000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BA07D1-F4F8-45AE-BCA1-282395CDF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61" y="3560487"/>
            <a:ext cx="7239000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39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32DDF-6418-4F1F-BC15-312BE613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scalar form)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A943A6C-CBFB-46B6-86C7-B8D65788F2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957" y="1690688"/>
            <a:ext cx="2183295" cy="1680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883865-36D6-4510-AE46-34441C3F8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427" y="1690688"/>
            <a:ext cx="1957200" cy="16806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D9230D-2A3C-4B66-B44D-916F9442A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802" y="1690688"/>
            <a:ext cx="2127816" cy="16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2588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75980-4E2E-4489-907D-8F3FF7171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elimination of dt from above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A1F43E-C897-4005-AA35-C456A9885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4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en-US" sz="4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4400" b="0" i="1" dirty="0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sz="4400" b="0" i="1" dirty="0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</m:oMath>
                  </m:oMathPara>
                </a14:m>
                <a:endParaRPr lang="en-US" sz="4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6DA1F43E-C897-4005-AA35-C456A9885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0DEB5A04-4B9A-9836-7937-B7BA1530E4AE}"/>
              </a:ext>
            </a:extLst>
          </p:cNvPr>
          <p:cNvSpPr/>
          <p:nvPr/>
        </p:nvSpPr>
        <p:spPr>
          <a:xfrm>
            <a:off x="5115339" y="2967278"/>
            <a:ext cx="3392556" cy="1419191"/>
          </a:xfrm>
          <a:prstGeom prst="ellipse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5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68532-D274-4126-92D2-18851F640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Rectilinear motion of particle(key note)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1109B-2399-4EC7-BBA5-8F37DC7EA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particle moves along a straight line of the motion , it is said to be rectilinear motion.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rectilinear motion when particles moves along straight line there are three possibilities: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particles move along straight line with constant velocity then motion is called as uniform motion(as velocity is constant acceleration of particle is zero)</a:t>
            </a:r>
          </a:p>
          <a:p>
            <a:pPr lvl="1" algn="just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uniform motion (v=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constant,a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=0)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S=x=y=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………………….(a)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1746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6C23-C895-4D3D-AB55-B25975F16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C1F13-D9AA-47B6-A62D-58D88F06A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22" y="1825625"/>
            <a:ext cx="11754678" cy="4351338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during motion, velocity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doesnot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 constant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it  change with respect to time ,dv/dt and if this rate of increase or decrease of velocity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 if it is constant ,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acceleration remains constant , then the motion is called uniformly accelerated motion.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uniformly accelerated motion (a = constant)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v = u + at……b)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v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u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+ 2as……c)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½ at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………d)</a:t>
            </a:r>
          </a:p>
        </p:txBody>
      </p:sp>
    </p:spTree>
    <p:extLst>
      <p:ext uri="{BB962C8B-B14F-4D97-AF65-F5344CB8AC3E}">
        <p14:creationId xmlns:p14="http://schemas.microsoft.com/office/powerpoint/2010/main" val="2475318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876A-11DD-44FB-AD06-31857688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D5463F-3592-4734-89A1-C95C84CBC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Motion with variable acceleration(a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constant)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Equation b),c),d) not valid.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F3D5463F-3592-4734-89A1-C95C84CBC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50404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D31E6-A339-495B-BF11-86597F5A9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Determination of motion of particles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7A610-B020-4307-AA9E-89A60E1EA5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9026" y="1073426"/>
                <a:ext cx="12032974" cy="5989983"/>
              </a:xfrm>
            </p:spPr>
            <p:txBody>
              <a:bodyPr>
                <a:normAutofit/>
              </a:bodyPr>
              <a:lstStyle/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motion of a particle is said to be known if the position of the particle is known for every value of time.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condition of the motion will be specified by the type of acceleration that the particles possesses.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acceleration of the particle may be expressed as a function of one or more of the variables x, v and t.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There are three common classes of motion.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acceleration is a given function of time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= f(t) </a:t>
                </a:r>
              </a:p>
              <a:p>
                <a:pPr marL="0" indent="0" algn="just">
                  <a:buNone/>
                </a:pP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e.g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= 5t</a:t>
                </a:r>
                <a:r>
                  <a:rPr lang="en-US" baseline="3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+12  use a=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acceleration is a given function of position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= f(x)</a:t>
                </a:r>
              </a:p>
              <a:p>
                <a:pPr marL="514350" indent="-514350" algn="just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acceleration is a given function of velocity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i.e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 = f(v)</a:t>
                </a: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buFont typeface="Wingdings" panose="05000000000000000000" pitchFamily="2" charset="2"/>
                  <a:buChar char="Ø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46B7A610-B020-4307-AA9E-89A60E1EA5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9026" y="1073426"/>
                <a:ext cx="12032974" cy="5989983"/>
              </a:xfrm>
              <a:blipFill>
                <a:blip r:embed="rId2"/>
                <a:stretch>
                  <a:fillRect l="-912" t="-1729" r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5579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6840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2 case use,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when acceleration is given function of position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 = x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+5x+12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419632" y="2849145"/>
            <a:ext cx="3172785" cy="1231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For 3 case, when acceleration is given function of velocity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E.g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             a = 9v</a:t>
            </a:r>
            <a:r>
              <a:rPr lang="en-US" baseline="30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+10v+5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Use  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0519" y="3269601"/>
            <a:ext cx="1914525" cy="74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BB68C-3D56-4E69-A3C0-D51217B2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B631805-B6CB-4279-9F41-BCAEAEF5A9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9270" y="208860"/>
            <a:ext cx="12072729" cy="6649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30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51635-515A-4D4D-BB98-30CD11A2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F9884EF-9F2C-4672-A1CC-6719E09A79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40816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12362E-94D3-4C92-81D2-8F9F764FE1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48" y="4044950"/>
            <a:ext cx="12052852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214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75A3-2F71-4C01-B22F-0E00CFF2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09E885-A1F7-4313-B03D-B52171484B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24" y="0"/>
            <a:ext cx="1177034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253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EE45D-E8E4-4345-979A-CBA10FE07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8D36F62-C808-47C3-A105-A72A356DD6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582" y="23190"/>
            <a:ext cx="11877864" cy="477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476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6428-80D4-4F49-AD32-C1EFE2956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8DCD3BC-71B7-43BC-A801-B16DB687FE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5823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88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E62AA-5831-4BE1-A4D1-18D08FE31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6F180C-DE59-4D1F-8A04-6D0EE1AFE9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39" y="0"/>
            <a:ext cx="11988397" cy="24649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CCB537-F385-4FCF-9CF0-C65420A726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605"/>
          <a:stretch/>
        </p:blipFill>
        <p:spPr>
          <a:xfrm>
            <a:off x="0" y="2464904"/>
            <a:ext cx="12192000" cy="4243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567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3D7B8-4F30-43C7-AA4E-A93CC012D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6" y="357810"/>
            <a:ext cx="11552583" cy="3071190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rectilinear motion</a:t>
            </a:r>
            <a:b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covering equal distances over intervals of time.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 Velocity is constant throughout the motion.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 acceleration is zero for every value of 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15E94B-8020-4A1C-867B-4DE16048EC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192" t="45625" r="35316"/>
          <a:stretch/>
        </p:blipFill>
        <p:spPr>
          <a:xfrm>
            <a:off x="437321" y="3429001"/>
            <a:ext cx="8762889" cy="326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0312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6BD3-3ABA-A294-C90E-038A56F1B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E40349-ECA6-53AB-9B63-ADB1D07F8C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5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t        0 ,x          x</a:t>
                </a:r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sz="54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5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sz="5400" baseline="-54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x</a:t>
                </a:r>
                <a:r>
                  <a:rPr lang="en-US" sz="5400" baseline="-50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</a:p>
              <a:p>
                <a14:m>
                  <m:oMath xmlns:m="http://schemas.openxmlformats.org/officeDocument/2006/math">
                    <m:r>
                      <a:rPr lang="en-US" sz="540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sz="5400" b="0" i="1" baseline="-25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= x</a:t>
                </a:r>
                <a:r>
                  <a:rPr lang="en-US" sz="3200" baseline="-6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5400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ut</a:t>
                </a:r>
                <a:endParaRPr lang="en-US" sz="5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54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Hence the position of particle is obtained.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0DE40349-ECA6-53AB-9B63-ADB1D07F8C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841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7BEC43-348D-89EC-121E-670FE55F3417}"/>
              </a:ext>
            </a:extLst>
          </p:cNvPr>
          <p:cNvCxnSpPr>
            <a:cxnSpLocks/>
          </p:cNvCxnSpPr>
          <p:nvPr/>
        </p:nvCxnSpPr>
        <p:spPr>
          <a:xfrm>
            <a:off x="2518117" y="2236764"/>
            <a:ext cx="8721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ABCEFA-8A55-CBA4-83BB-9029FD33A25D}"/>
              </a:ext>
            </a:extLst>
          </p:cNvPr>
          <p:cNvCxnSpPr>
            <a:cxnSpLocks/>
          </p:cNvCxnSpPr>
          <p:nvPr/>
        </p:nvCxnSpPr>
        <p:spPr>
          <a:xfrm>
            <a:off x="4764259" y="2236764"/>
            <a:ext cx="117230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622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CDAB-73D9-4FE5-9A97-99827631F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3AE513-6AEF-4ABE-A5E0-336020A704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2691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Uniform acceleration rectilinear motion:</a:t>
            </a:r>
          </a:p>
        </p:txBody>
      </p:sp>
      <p:sp>
        <p:nvSpPr>
          <p:cNvPr id="4" name="Subtitle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If the change in velocity of a particle is constant then the motion is called uniformly accelerated rectilinear motion.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 this motion acceleration is constant or velocity varies linearly.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E2FCBC6-60EE-45CC-81C3-2E079D7280F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484476" y="360219"/>
            <a:ext cx="9338397" cy="369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647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60EC4-7512-4223-B4C7-3D6E4399F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F789F4-3DB0-44B2-9A96-8A1FE2749E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9326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1D26-F234-4E75-94AA-38A5EB6A1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E739CC-FD57-400B-8498-BA2F8AD366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490" y="-1"/>
            <a:ext cx="11366431" cy="46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321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C785-0FBF-48EB-AEA9-48045585E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ADDF926-328A-4073-B219-E6701B2B7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56323"/>
            <a:ext cx="11926216" cy="466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0801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133B-5096-48F0-9733-9CCF67257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of several particles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649CC-8D4F-492C-973A-8A527B17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270" y="1838877"/>
            <a:ext cx="11940208" cy="4351338"/>
          </a:xfrm>
        </p:spPr>
        <p:txBody>
          <a:bodyPr>
            <a:normAutofit/>
          </a:bodyPr>
          <a:lstStyle/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several particles move independently along the same line, independent equations of motion may be written for each particle.</a:t>
            </a:r>
          </a:p>
          <a:p>
            <a:pPr algn="just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described as below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motion of two particles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motion</a:t>
            </a:r>
          </a:p>
        </p:txBody>
      </p:sp>
    </p:spTree>
    <p:extLst>
      <p:ext uri="{BB962C8B-B14F-4D97-AF65-F5344CB8AC3E}">
        <p14:creationId xmlns:p14="http://schemas.microsoft.com/office/powerpoint/2010/main" val="210203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4565C-003F-D2F5-1C96-D5433CBA0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motion of two particles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8FB4E-E858-96B5-6EA2-A41F73B8E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position coordinate of A = 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position coordinate of B=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position of B with respect to A is 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A/B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endParaRPr lang="en-US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B/A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CE577-9671-8E04-195A-807B4ADCD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07088"/>
            <a:ext cx="4076700" cy="159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64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2AABB-E3C7-4083-B264-DCA8E9C70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77880-6FE1-4D0D-8097-D439781DD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position of a particle depend upon the position of another or several other particles, the motion are said to be dependent.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pulley system as shown in fig below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rope abcdef is constant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XY be reference position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position of A be 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the position of B be 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B066A9-7D8D-F262-A6C5-537FBFDE356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01" b="2576"/>
          <a:stretch/>
        </p:blipFill>
        <p:spPr>
          <a:xfrm>
            <a:off x="7417077" y="3299791"/>
            <a:ext cx="3224419" cy="3558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97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4F82-D8D2-8931-1778-299F650F7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46951-D1D7-2544-8685-962D07A64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75504" cy="4351338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fig,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position of block B depends upon the position of block A.</a:t>
            </a:r>
          </a:p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ab+bc+cd+de+ef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constant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 remains fixed, since they are wrapped around the pulley</a:t>
            </a:r>
          </a:p>
          <a:p>
            <a:pPr marL="0" indent="0">
              <a:buNone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ab+cd+ef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constant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2340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F25A3-C5BE-211A-C667-96A5D2CA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CFBE3-C15C-2728-5CF7-040B790E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ab+kh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dc+kh+mb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mb+ef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)=constant+2kh+2mb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constant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constant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it,we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it,we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8B9F1D-DD4A-C13A-A222-C821CAFF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3471" y="2439193"/>
            <a:ext cx="4004246" cy="405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86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C9AA5-AE17-D563-0210-E1AEBA7B0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degree of freedom dependent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E42BA-335D-5CA7-67A6-B520E49B5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only two blocks can move up and down, the position of only one block can be arbitrary.</a:t>
            </a:r>
          </a:p>
        </p:txBody>
      </p:sp>
    </p:spTree>
    <p:extLst>
      <p:ext uri="{BB962C8B-B14F-4D97-AF65-F5344CB8AC3E}">
        <p14:creationId xmlns:p14="http://schemas.microsoft.com/office/powerpoint/2010/main" val="17453492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7A98E-D89B-0202-1AD8-55261B76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 Degree of freedom dependent 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494C8-7F98-B4BB-1D11-DA129778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a pulley system as shown in fig.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any instant we can fix the position of any two blocks at any distance from datum.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this system has got two degree of freedom.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figure, we can derive,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+2x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constant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it, we get,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+2V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Differenciating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it,we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+2a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74A0EC8-CA80-49D1-7CAA-D5C980FF83E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69473" y="2638898"/>
            <a:ext cx="2808184" cy="385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01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D9997-9421-47CD-D1B9-B39A25020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Curvilinear motion:</a:t>
            </a:r>
            <a:endParaRPr lang="en-US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48D0F-9436-0B5A-C46D-A6328FB87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Curvilinear motion is the motion of an object when it moves along a curved path.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train moving on a curved track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Turning of a Car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Roller Coaster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Cycling</a:t>
            </a:r>
          </a:p>
          <a:p>
            <a:r>
              <a:rPr lang="en-US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Running on Curved Race Track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7779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E88AC-8C4D-649F-2845-2165FDCF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D8F81D0-1B2E-1476-50FB-C82522C0D0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91" y="365125"/>
            <a:ext cx="6133272" cy="3434633"/>
          </a:xfrm>
        </p:spPr>
      </p:pic>
    </p:spTree>
    <p:extLst>
      <p:ext uri="{BB962C8B-B14F-4D97-AF65-F5344CB8AC3E}">
        <p14:creationId xmlns:p14="http://schemas.microsoft.com/office/powerpoint/2010/main" val="3150728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4FDE-F6B5-6BCA-8B3D-5C7F8C3D6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6B7B0F-C609-4131-71BA-27662BCF8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" y="1690688"/>
            <a:ext cx="4601313" cy="268208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611D9A-297B-D5D7-AA29-95EB004F3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1690688"/>
            <a:ext cx="4911587" cy="26820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BEAA801-EA81-0AE1-302C-8E3239DFD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" y="4465983"/>
            <a:ext cx="4601312" cy="22834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EEAE6-1EA2-1D99-A3EB-7EF45EB950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4465983"/>
            <a:ext cx="4911587" cy="2443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77FC-1B12-5B98-DCEA-6449F44B9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10883C-E274-50F2-E27B-E17D19E09A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3" t="25537" r="21570" b="23523"/>
          <a:stretch/>
        </p:blipFill>
        <p:spPr>
          <a:xfrm>
            <a:off x="198782" y="0"/>
            <a:ext cx="11993218" cy="6858000"/>
          </a:xfrm>
        </p:spPr>
      </p:pic>
    </p:spTree>
    <p:extLst>
      <p:ext uri="{BB962C8B-B14F-4D97-AF65-F5344CB8AC3E}">
        <p14:creationId xmlns:p14="http://schemas.microsoft.com/office/powerpoint/2010/main" val="9487083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C30F5-06FA-0FC5-10B7-698A8BC4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763EB6-8FB1-B751-2B39-9A3F03D498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09" t="7122" r="20761" b="14923"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BE0286E-10E8-020F-874E-92AB34309451}"/>
              </a:ext>
            </a:extLst>
          </p:cNvPr>
          <p:cNvSpPr/>
          <p:nvPr/>
        </p:nvSpPr>
        <p:spPr>
          <a:xfrm>
            <a:off x="967410" y="4664766"/>
            <a:ext cx="331304" cy="23853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486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5EBD8-D93F-1694-3433-4E1CFBBA7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D90927-71EA-3060-F361-D9C4F273D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046226" cy="6833966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F85AF54-62FA-F414-5B0C-C6D65E54FD20}"/>
              </a:ext>
            </a:extLst>
          </p:cNvPr>
          <p:cNvSpPr/>
          <p:nvPr/>
        </p:nvSpPr>
        <p:spPr>
          <a:xfrm>
            <a:off x="1258957" y="5711687"/>
            <a:ext cx="609600" cy="37106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36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85E-2258-F509-6A2E-16C73218F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8" y="152400"/>
            <a:ext cx="12085982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Rectangular Components of Velocity and Acceleration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5DE4345-9757-01F2-5774-D3940B09D6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018" y="1378226"/>
                <a:ext cx="12085982" cy="534062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the position of a particle P is defined at any instant by its rectangle coordinates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x,y,z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then position vector can be written as,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=x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y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z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⋯⋯⋯⋯⋯⋯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Differentiating with respect to time we get,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Again differentiating with respect to time we get,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̈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̈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acc>
                      <m:accPr>
                        <m:chr m:val="̂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Where, 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nor/>
                      </m:rPr>
                      <a: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and</m:t>
                    </m:r>
                    <m:r>
                      <m:rPr>
                        <m:nor/>
                      </m:rPr>
                      <a:rPr lang="en-US" b="0" i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 </m:t>
                    </m:r>
                    <m:acc>
                      <m:accPr>
                        <m:chr m:val="̇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…………………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the component of velocity and acceleration along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x,y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z axes as shown in fig a and b.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="" xmlns:a16="http://schemas.microsoft.com/office/drawing/2014/main" id="{E5DE4345-9757-01F2-5774-D3940B09D6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018" y="1378226"/>
                <a:ext cx="12085982" cy="5340626"/>
              </a:xfrm>
              <a:blipFill>
                <a:blip r:embed="rId2"/>
                <a:stretch>
                  <a:fillRect l="-756" t="-3082" b="-2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4344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C8B6B-437E-5B23-85C8-54D899EBB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AF5C4E-1B52-613C-651A-E14657942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38" y="36443"/>
            <a:ext cx="5096497" cy="502644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2AD753-75B6-9662-2E10-88DA73E7A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036" y="168598"/>
            <a:ext cx="4394442" cy="554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8330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B19EA-BB24-32C4-3CC6-39D039AEE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537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Tangential and normal components: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0168A9-EF00-A887-8890-337257D20B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67" t="10789" r="17886" b="12213"/>
          <a:stretch/>
        </p:blipFill>
        <p:spPr>
          <a:xfrm>
            <a:off x="0" y="636103"/>
            <a:ext cx="12192000" cy="6082749"/>
          </a:xfrm>
        </p:spPr>
      </p:pic>
    </p:spTree>
    <p:extLst>
      <p:ext uri="{BB962C8B-B14F-4D97-AF65-F5344CB8AC3E}">
        <p14:creationId xmlns:p14="http://schemas.microsoft.com/office/powerpoint/2010/main" val="2165105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CC939-18B0-9E6C-3112-295BC3C7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CDAF0FA-278D-80C5-F6ED-D4C6E50E61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99" t="21076" r="22708" b="26161"/>
          <a:stretch/>
        </p:blipFill>
        <p:spPr>
          <a:xfrm>
            <a:off x="-1" y="1"/>
            <a:ext cx="12192001" cy="6952986"/>
          </a:xfrm>
        </p:spPr>
      </p:pic>
    </p:spTree>
    <p:extLst>
      <p:ext uri="{BB962C8B-B14F-4D97-AF65-F5344CB8AC3E}">
        <p14:creationId xmlns:p14="http://schemas.microsoft.com/office/powerpoint/2010/main" val="5465473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ACE0-9061-1D2B-2146-81532E029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Radial and Transverse component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4C1F-464B-257D-07A5-719DAE8D2E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it is easier to use polar coordinates to describe the curvilinear motion of particles.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system the position or location of the particle is defined by r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r is distance from the origin and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is the angle by the position vector on x axis as shown 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fig.a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69B8755-3479-1A42-5C63-C88CB66C6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461" y="3711676"/>
            <a:ext cx="4249243" cy="310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8726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69D8-1BD8-B8FF-A2F9-7CDB673E9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5573A1-C084-EB52-E237-1846E51C10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use two unit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along the position vector.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perpendicular to the position vector. 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 we derive the relation of velocity, acceleration and displacement in terms of these unit vectors.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25573A1-C084-EB52-E237-1846E51C10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2E423FFD-22FD-8332-B858-7D34B112E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58" y="4461634"/>
            <a:ext cx="4356859" cy="118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96444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7CE2-DE1C-5662-A6B0-BC3FA04B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158AC2-6784-6CE8-6B52-53B8A8A9EF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524047"/>
            <a:ext cx="10813774" cy="11666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B124A6-FD14-22AD-80FA-A915D3A0A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" y="2048081"/>
            <a:ext cx="4764314" cy="90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67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FFD0D-B0CE-7F3F-5333-4851EA36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BE19-6805-2D98-EB5A-959662E2B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obtain the velocity v of the particle P, we express the position vector r of P as the product of the scalar r and the unit vector er and differentiate with respect to time 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85E287-08E0-8E9F-893B-F48C0544C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856" y="3071191"/>
            <a:ext cx="4030317" cy="1033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61A9E5-9179-9E45-AD6B-976148A1D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759" y="4426458"/>
            <a:ext cx="3230354" cy="100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074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96FC-2253-B343-4DB6-9AE865322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E840BD-2189-89B5-3FD5-F12D0D622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39" y="0"/>
            <a:ext cx="10800522" cy="6535945"/>
          </a:xfrm>
        </p:spPr>
      </p:pic>
    </p:spTree>
    <p:extLst>
      <p:ext uri="{BB962C8B-B14F-4D97-AF65-F5344CB8AC3E}">
        <p14:creationId xmlns:p14="http://schemas.microsoft.com/office/powerpoint/2010/main" val="41527326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B345B-4B08-9857-CC1C-D30BF6D76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E063CCD-3986-A96C-BC46-8DFC080B34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753" y="704643"/>
            <a:ext cx="11038322" cy="3748087"/>
          </a:xfrm>
        </p:spPr>
      </p:pic>
    </p:spTree>
    <p:extLst>
      <p:ext uri="{BB962C8B-B14F-4D97-AF65-F5344CB8AC3E}">
        <p14:creationId xmlns:p14="http://schemas.microsoft.com/office/powerpoint/2010/main" val="76001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9D33161A68F24488625805734340F7" ma:contentTypeVersion="2" ma:contentTypeDescription="Create a new document." ma:contentTypeScope="" ma:versionID="25ad53bef91f8018e5025849af8a9a07">
  <xsd:schema xmlns:xsd="http://www.w3.org/2001/XMLSchema" xmlns:xs="http://www.w3.org/2001/XMLSchema" xmlns:p="http://schemas.microsoft.com/office/2006/metadata/properties" xmlns:ns2="268cee44-0452-4ae2-8b6f-595d64775d63" targetNamespace="http://schemas.microsoft.com/office/2006/metadata/properties" ma:root="true" ma:fieldsID="e784ee1ce8ea54a47ccb6d14ac5f5616" ns2:_="">
    <xsd:import namespace="268cee44-0452-4ae2-8b6f-595d64775d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8cee44-0452-4ae2-8b6f-595d64775d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966DA7F-C17A-48B5-8B9B-89E8A4D261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28E894A-1E93-448A-8A17-2065D74A9F2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72A3027-6BE8-463C-B2B6-33F3C4E676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8cee44-0452-4ae2-8b6f-595d64775d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9897</TotalTime>
  <Words>1389</Words>
  <Application>Microsoft Office PowerPoint</Application>
  <PresentationFormat>Widescreen</PresentationFormat>
  <Paragraphs>137</Paragraphs>
  <Slides>54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5" baseType="lpstr">
      <vt:lpstr>Office Theme</vt:lpstr>
      <vt:lpstr>Chapter 5</vt:lpstr>
      <vt:lpstr>PowerPoint Presentation</vt:lpstr>
      <vt:lpstr>PowerPoint Presentation</vt:lpstr>
      <vt:lpstr>Rectilinear motion of a particles</vt:lpstr>
      <vt:lpstr>Curvilinear motion of particle </vt:lpstr>
      <vt:lpstr>Rectilinear motion of a particles</vt:lpstr>
      <vt:lpstr>Position velocity and acceleration</vt:lpstr>
      <vt:lpstr>PowerPoint Presentation</vt:lpstr>
      <vt:lpstr>PowerPoint Presentation</vt:lpstr>
      <vt:lpstr>(In scalar form)</vt:lpstr>
      <vt:lpstr>On elimination of dt from above equation</vt:lpstr>
      <vt:lpstr>Rectilinear motion of particle(key note)</vt:lpstr>
      <vt:lpstr>PowerPoint Presentation</vt:lpstr>
      <vt:lpstr>PowerPoint Presentation</vt:lpstr>
      <vt:lpstr>Determination of motion of particles </vt:lpstr>
      <vt:lpstr>For 2 case use, when acceleration is given function of position E.g  a = x2+5x+12</vt:lpstr>
      <vt:lpstr>For 3 case, when acceleration is given function of velocity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Uniform rectilinear motion   -It means covering equal distances over intervals of time.  -  Velocity is constant throughout the motion. Hence acceleration is zero for every value of t.</vt:lpstr>
      <vt:lpstr>PowerPoint Presentation</vt:lpstr>
      <vt:lpstr>PowerPoint Presentation</vt:lpstr>
      <vt:lpstr>Uniform acceleration rectilinear motion:</vt:lpstr>
      <vt:lpstr>PowerPoint Presentation</vt:lpstr>
      <vt:lpstr>PowerPoint Presentation</vt:lpstr>
      <vt:lpstr>PowerPoint Presentation</vt:lpstr>
      <vt:lpstr>PowerPoint Presentation</vt:lpstr>
      <vt:lpstr>Motion of several particles</vt:lpstr>
      <vt:lpstr>Relative motion of two particles</vt:lpstr>
      <vt:lpstr>Dependent Motion</vt:lpstr>
      <vt:lpstr>PowerPoint Presentation</vt:lpstr>
      <vt:lpstr>PowerPoint Presentation</vt:lpstr>
      <vt:lpstr>Single degree of freedom dependent motion</vt:lpstr>
      <vt:lpstr>Multi Degree of freedom dependent motion</vt:lpstr>
      <vt:lpstr>Curvilinear motion: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Rectangular Components of Velocity and Acceleration</vt:lpstr>
      <vt:lpstr>PowerPoint Presentation</vt:lpstr>
      <vt:lpstr>Tangential and normal components:</vt:lpstr>
      <vt:lpstr>PowerPoint Presentation</vt:lpstr>
      <vt:lpstr>Radial and Transverse component</vt:lpstr>
      <vt:lpstr>PowerPoint Presentation</vt:lpstr>
      <vt:lpstr>U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12</dc:title>
  <dc:creator>shovana shrestha</dc:creator>
  <cp:lastModifiedBy>Shova Shrestha</cp:lastModifiedBy>
  <cp:revision>156</cp:revision>
  <dcterms:created xsi:type="dcterms:W3CDTF">2019-07-05T07:06:02Z</dcterms:created>
  <dcterms:modified xsi:type="dcterms:W3CDTF">2023-03-17T08:26:42Z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0x0101004F9D33161A68F24488625805734340F7</vt:lpwstr>
  </property>
</Properties>
</file>