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Lst>
  <p:sldSz cx="9144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000000"/>
          </p15:clr>
        </p15:guide>
        <p15:guide id="2" pos="288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2D16FE-4678-47A7-90BC-E46501DCB955}" styleName="Table_0">
    <a:wholeTbl>
      <a:tcTxStyle>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Style>
        <a:tcBdr/>
        <a:fill>
          <a:solidFill>
            <a:srgbClr val="CFD7E7"/>
          </a:solidFill>
        </a:fill>
      </a:tcStyle>
    </a:band1H>
    <a:band2H>
      <a:tcStyle>
        <a:tcBdr/>
      </a:tcStyle>
    </a:band2H>
    <a:band1V>
      <a:tcStyle>
        <a:tcBdr/>
        <a:fill>
          <a:solidFill>
            <a:srgbClr val="CFD7E7"/>
          </a:solidFill>
        </a:fill>
      </a:tcStyle>
    </a:band1V>
    <a:band2V>
      <a:tcStyle>
        <a:tcBdr/>
      </a:tcStyle>
    </a:band2V>
    <a:lastCol>
      <a:tcTxStyle b="on">
        <a:font>
          <a:latin typeface="Calibri"/>
          <a:ea typeface="Calibri"/>
          <a:cs typeface="Calibri"/>
        </a:font>
        <a:schemeClr val="lt1"/>
      </a:tcTxStyle>
      <a:tcStyle>
        <a:tcBdr/>
        <a:fill>
          <a:solidFill>
            <a:schemeClr val="accent1"/>
          </a:solidFill>
        </a:fill>
      </a:tcStyle>
    </a:lastCol>
    <a:firstCol>
      <a:tcTxStyle b="on">
        <a:font>
          <a:latin typeface="Calibri"/>
          <a:ea typeface="Calibri"/>
          <a:cs typeface="Calibri"/>
        </a:font>
        <a:schemeClr val="lt1"/>
      </a:tcTxStyle>
      <a:tcStyle>
        <a:tcBdr/>
        <a:fill>
          <a:solidFill>
            <a:schemeClr val="accent1"/>
          </a:solidFill>
        </a:fill>
      </a:tcStyle>
    </a:firstCol>
    <a:lastRow>
      <a:tcTxStyle b="on">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Style>
        <a:tcBdr/>
      </a:tcStyle>
    </a:seCell>
    <a:swCell>
      <a:tcStyle>
        <a:tcBdr/>
      </a:tcStyle>
    </a:swCell>
    <a:firstRow>
      <a:tcTxStyle b="on">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60"/>
        <p:guide pos="2880"/>
      </p:guideLst>
    </p:cSldViewPr>
  </p:slideViewPr>
  <p:gridSpacing cx="72008" cy="72008"/>
</p:viewPr>
</file>

<file path=ppt/_rels/presentation.xml.rels><?xml version="1.0" encoding="UTF-8" standalone="yes"?>
<Relationships xmlns="http://schemas.openxmlformats.org/package/2006/relationships"><Relationship Id="rId98" Type="http://schemas.openxmlformats.org/officeDocument/2006/relationships/tableStyles" Target="tableStyles.xml"/><Relationship Id="rId97" Type="http://schemas.openxmlformats.org/officeDocument/2006/relationships/viewProps" Target="viewProps.xml"/><Relationship Id="rId96" Type="http://schemas.openxmlformats.org/officeDocument/2006/relationships/presProps" Target="presProps.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9-11T21:39: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1077.000 379.000,'0.029'0.000,"0.044"0.000,0.050 0.000,0.049 0.000,0.044 0.000,0.037 0.000,0.030 0.000,0.022 0.000,0.016 0.000,0.106 0.000,-0.336 0.000,0.234 0.000,0.046 0.000,-0.235-0.003,0.016-0.003,0.026-0.003,0.904-0.067,0.394-0.050,-1.032 0.087,0.026-0.002,0.583-0.049,-0.470 0.040,2.677-0.212,0.625-0.033,-2.874 0.218,2.475-0.182,0.355-0.015,-2.518 0.179,6.420-0.452,-2.699 0.190,0.232-0.013,-3.495 0.246,5.850-0.388,0.119-0.013,1.086-0.126,-1.902 0.116,0.083-0.035,-4.651 0.375,6.256-0.528,-0.021-0.006,-6.133 0.519,5.010-0.422,-0.102 0.014,-4.925 0.415,4.806-0.402,-0.242 0.019,-4.716 0.394,-0.034 0.004,4.320-0.367,-0.314 0.022,-4.218 0.359,4.694-0.407,-0.519 0.024,-1.300 0.108,-0.439 0.034,2.306-0.215,-1.407 0.130,-1.322 0.123,-1.155 0.108,-0.953 0.089,-0.747 0.070,-0.556 0.052,-0.392 0.037,-0.258 0.024,-0.154 0.015,-0.077 0.007,-0.024 0.002,0.011-0.001,0.031-0.003,0.040-0.004,0.043-0.004,0.040-0.004,0.035-0.003,0.029-0.003,0.023-0.002,0.017-0.002,0.012-0.001,0.008-0.001,0.005-0.000,0.002-0.000,0.004 0.000,0.045 0.000,0.241-0.043,0.209-0.068,0.211-0.081,-0.084 0.025,0.073-0.011,0.378-0.028,0.164-0.039,0.080-0.016,0.551-0.138,-1.523 0.320,0.929-0.179,0.100-0.019,0.455-0.057,0.113 0.004,-1.419 0.238,0.011 0.001,1.282-0.170,0.080 0.018,-1.288 0.165,2.237-0.247,-1.412 0.165,1.225-0.109,0.022 0.018,0.099-0.013,0.008-0.000,0.890-0.060,-0.109 0.030,-2.820 0.232,1.570-0.110,-0.044 0.018,-0.017-0.008,0.320-0.030,-0.107 0.005,-0.045 0.011,-0.105 0.014,-1.703 0.119,1.295-0.079,-0.069 0.013,-1.270 0.076,1.195-0.058,-0.073 0.013,-1.168 0.055,1.373-0.047,-0.102 0.015,-1.328 0.043,0.991-0.022,-0.063 0.008,0.211 0.005,-0.064 0.008,-0.212 0.007,-0.011 0.004,-0.906 0.003,1.237 0.002,0.015 0.003,1.147 0.006,-2.285-0.008,1.643 0.078,0.087 0.052,-1.641-0.092,1.798 0.131,0.046 0.016,-1.795-0.134,3.213 0.370,-1.102-0.095,-0.009 0.013,-2.016-0.242,3.228 0.458,-1.648-0.225,-0.078-0.010,-1.547-0.217,1.763 0.239,-0.170-0.031,8.182 0.919</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9-11T21:39: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98.000 473.000,'0.140'-0.028,"0.214"-0.043,0.242-0.048,-0.299 0.072,0.438-0.041,0.171-0.001,-0.625 0.064,1.088-0.062,0.402-0.019,-1.119 0.070,1.993-0.084,0.522-0.005,-2.067 0.084,3.783-0.105,0.649 0.006,1.242 0.046,0.739 0.038,1.039 0.084,0.541 0.080,2.624 0.136,0.485 0.074,4.681 0.286,-13.504-0.478,7.273 0.300,0.185 0.030,0.494 0.038,0.140 0.017,6.730 0.313,-0.354-0.009,-13.923-0.632,7.777 0.359,-0.342-0.017,-7.605-0.352,7.394 0.314,-0.362-0.036,-7.232-0.304,8.690 0.307,-0.466-0.058,4.353 0.051,-12.966-0.361,5.820 0.131,-0.575-0.036,-5.677-0.124,4.981 0.081,-0.535-0.029,-4.852-0.075,5.055 0.032,-0.822-0.059,-4.753-0.008,20.607-1.176</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9-11T21:39: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48.000 389.000,'0.012'-0.035,"0.227"-0.460,-0.186 0.385,0.461-0.786,-0.040 0.122,0.123-0.118,0.546-0.645,-0.904 1.222,0.700-0.796,0.189-0.126,0.584-0.459,0.253-0.146,-1.358 1.292,1.625-1.314,0.317-0.144,-1.667 1.327,2.258-1.610,0.371-0.158,-2.298 1.618,3.028-1.930,0.426-0.188,-3.052 1.948,3.835-2.235,0.411-0.133,-3.867 2.234,4.603-2.529,0.416-0.142,-4.653 2.535,5.272-2.747,0.299-0.090,-5.272 2.741,7.217-3.591,0.181-0.002,-7.192 3.556,0.015 0.000,12.310-5.812,1.184-0.447,-1.438 0.715,-4.152 1.886,1.960-0.977,-5.538 2.603,-0.523 0.224,-4.513 2.168,31.944-16.243</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9-11T21:39: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116.000 346.000,'0.035'-0.024,"0.313"-0.184,0.214-0.105,0.169-0.068,-0.519 0.269,3.802-1.995,1.982-1.024,-0.610 0.329,0.917-0.446,0.795-0.369,-5.228 2.669,4.689-2.306,0.647-0.248,-4.726 2.303,7.234-3.407,0.563-0.194,-7.300 3.413,7.877-3.592,-0.017 0.086,-7.737 3.497,9.758-4.281,-9.625 4.255,6.662-2.876,-0.059 0.061,-6.579 2.836,8.083-3.404,-0.406 0.227,-7.863 3.294,5.838-2.395,-0.439 0.219,39.105-14.802</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9-11T21:39: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827.000 356.000,'0.067'-0.089,"0.101"-0.135,0.113-0.151,0.110-0.147,0.122-0.021,0.304-0.232,-0.590 0.565,0.029-0.021,0.778-0.659,0.207-0.156,-0.799 0.678,1.144-0.901,0.187-0.109,-1.160 0.905,1.588-1.134,0.250-0.130,-1.591 1.137,2.161-1.412,0.303-0.139,-2.185 1.422,0.032-0.015,0.035-0.014,7.160-4.190,-6.646 3.940,8.138-4.522,-7.824 4.407,4.744-2.477,0.457-0.125,-4.795 2.480,6.824-3.280,0.282 0.001,-6.770 3.221,9.191-4.044,4.803-1.647,0.035 0.279,-13.474 5.396,10.143-3.758,-0.321 0.349,-0.644 0.440,-9.408 3.243,11.613-3.495,-11.821 3.664,48.599-9.930</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9-11T21:39: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871.000 384.000,'0.021'-0.021,"0.885"-0.744,0.685-0.591,0.507-0.404,-1.545 1.295,1.538-1.281,0.390-0.309,-1.601 1.328,3.765-2.997,-3.421 2.744,2.967-2.356,0.323-0.236,-2.947 2.336,4.618-3.579,0.356-0.210,-4.613 3.556,4.384-3.231,0.341-0.158,-4.395 3.227,6.353-4.362,0.347-0.069,-6.371 4.326,7.133-4.504,0.347 0.030,-7.181 4.444,0.032 0.001,9.804-5.476,-9.515 5.435,13.588-7.135,-13.443 7.175,0.002 0.023,10.544-4.987,-10.437 5.074,6.862-3.075,-0.281 0.296,-6.742 2.995,-0.043 0.040,12.018-4.633,35.367-9.052</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9-11T21:39: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105.000 93.000,'0.054'-0.018,"0.093"-0.031,0.562-0.065,-0.147 0.012,0.105-0.024,-0.425 0.082,0.023-0.001,1.785-0.209,-0.573 0.088,0.287-0.019,0.695-0.010,0.546-0.003,-1.937 0.133,6.215-0.251,-5.749 0.258,3.814-0.055,0.499 0.053,-3.841 0.049,4.964 0.065,0.869 0.097,8.603 0.446,-13.052-0.466,9.754 0.433,0.577 0.062,3.573 0.214,0.475 0.050,-13.312-0.663,19.707 1.014,-19.284-0.989,10.120 0.512,0.008-0.011,-10.017-0.501,10.057 0.493,-0.215-0.026,-9.943-0.482,-0.061-0.005,13.650 0.608,-1.341-0.098,-12.958-0.562,7.559 0.298,48.663 1.178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4" name="Shape 84"/>
        <p:cNvGrpSpPr/>
        <p:nvPr/>
      </p:nvGrpSpPr>
      <p:grpSpPr>
        <a:xfrm>
          <a:off x="0" y="0"/>
          <a:ext cx="0" cy="0"/>
          <a:chOff x="0" y="0"/>
          <a:chExt cx="0" cy="0"/>
        </a:xfrm>
      </p:grpSpPr>
      <p:sp>
        <p:nvSpPr>
          <p:cNvPr id="85" name="Google Shape;85;p1: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6" name="Google Shape;86;p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3" name="Shape 93"/>
        <p:cNvGrpSpPr/>
        <p:nvPr/>
      </p:nvGrpSpPr>
      <p:grpSpPr>
        <a:xfrm>
          <a:off x="0" y="0"/>
          <a:ext cx="0" cy="0"/>
          <a:chOff x="0" y="0"/>
          <a:chExt cx="0" cy="0"/>
        </a:xfrm>
      </p:grpSpPr>
      <p:sp>
        <p:nvSpPr>
          <p:cNvPr id="94" name="Google Shape;94;p2: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5" name="Google Shape;95;p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2"/>
        <p:cNvGrpSpPr/>
        <p:nvPr/>
      </p:nvGrpSpPr>
      <p:grpSpPr>
        <a:xfrm>
          <a:off x="0" y="0"/>
          <a:ext cx="0" cy="0"/>
          <a:chOff x="0" y="0"/>
          <a:chExt cx="0" cy="0"/>
        </a:xfrm>
      </p:grpSpPr>
      <p:sp>
        <p:nvSpPr>
          <p:cNvPr id="103" name="Google Shape;103;p3: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4" name="Google Shape;104;p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1" name="Shape 111"/>
        <p:cNvGrpSpPr/>
        <p:nvPr/>
      </p:nvGrpSpPr>
      <p:grpSpPr>
        <a:xfrm>
          <a:off x="0" y="0"/>
          <a:ext cx="0" cy="0"/>
          <a:chOff x="0" y="0"/>
          <a:chExt cx="0" cy="0"/>
        </a:xfrm>
      </p:grpSpPr>
      <p:sp>
        <p:nvSpPr>
          <p:cNvPr id="112" name="Google Shape;112;p4: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3" name="Google Shape;113;p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0" name="Shape 120"/>
        <p:cNvGrpSpPr/>
        <p:nvPr/>
      </p:nvGrpSpPr>
      <p:grpSpPr>
        <a:xfrm>
          <a:off x="0" y="0"/>
          <a:ext cx="0" cy="0"/>
          <a:chOff x="0" y="0"/>
          <a:chExt cx="0" cy="0"/>
        </a:xfrm>
      </p:grpSpPr>
      <p:sp>
        <p:nvSpPr>
          <p:cNvPr id="121" name="Google Shape;121;p5: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2" name="Google Shape;122;p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1" name="Shape 151"/>
        <p:cNvGrpSpPr/>
        <p:nvPr/>
      </p:nvGrpSpPr>
      <p:grpSpPr>
        <a:xfrm>
          <a:off x="0" y="0"/>
          <a:ext cx="0" cy="0"/>
          <a:chOff x="0" y="0"/>
          <a:chExt cx="0" cy="0"/>
        </a:xfrm>
      </p:grpSpPr>
      <p:sp>
        <p:nvSpPr>
          <p:cNvPr id="152" name="Google Shape;152;p6: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3" name="Google Shape;153;p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1" name="Shape 161"/>
        <p:cNvGrpSpPr/>
        <p:nvPr/>
      </p:nvGrpSpPr>
      <p:grpSpPr>
        <a:xfrm>
          <a:off x="0" y="0"/>
          <a:ext cx="0" cy="0"/>
          <a:chOff x="0" y="0"/>
          <a:chExt cx="0" cy="0"/>
        </a:xfrm>
      </p:grpSpPr>
      <p:sp>
        <p:nvSpPr>
          <p:cNvPr id="162" name="Google Shape;162;p7: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3" name="Google Shape;163;p7: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0" name="Shape 170"/>
        <p:cNvGrpSpPr/>
        <p:nvPr/>
      </p:nvGrpSpPr>
      <p:grpSpPr>
        <a:xfrm>
          <a:off x="0" y="0"/>
          <a:ext cx="0" cy="0"/>
          <a:chOff x="0" y="0"/>
          <a:chExt cx="0" cy="0"/>
        </a:xfrm>
      </p:grpSpPr>
      <p:sp>
        <p:nvSpPr>
          <p:cNvPr id="171" name="Google Shape;171;p8: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2" name="Google Shape;172;p8: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7" name="Shape 207"/>
        <p:cNvGrpSpPr/>
        <p:nvPr/>
      </p:nvGrpSpPr>
      <p:grpSpPr>
        <a:xfrm>
          <a:off x="0" y="0"/>
          <a:ext cx="0" cy="0"/>
          <a:chOff x="0" y="0"/>
          <a:chExt cx="0" cy="0"/>
        </a:xfrm>
      </p:grpSpPr>
      <p:sp>
        <p:nvSpPr>
          <p:cNvPr id="208" name="Google Shape;208;p9: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09" name="Google Shape;209;p9: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5" name="Shape 215"/>
        <p:cNvGrpSpPr/>
        <p:nvPr/>
      </p:nvGrpSpPr>
      <p:grpSpPr>
        <a:xfrm>
          <a:off x="0" y="0"/>
          <a:ext cx="0" cy="0"/>
          <a:chOff x="0" y="0"/>
          <a:chExt cx="0" cy="0"/>
        </a:xfrm>
      </p:grpSpPr>
      <p:sp>
        <p:nvSpPr>
          <p:cNvPr id="216" name="Google Shape;216;p10: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17" name="Google Shape;217;p10: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3" name="Shape 223"/>
        <p:cNvGrpSpPr/>
        <p:nvPr/>
      </p:nvGrpSpPr>
      <p:grpSpPr>
        <a:xfrm>
          <a:off x="0" y="0"/>
          <a:ext cx="0" cy="0"/>
          <a:chOff x="0" y="0"/>
          <a:chExt cx="0" cy="0"/>
        </a:xfrm>
      </p:grpSpPr>
      <p:sp>
        <p:nvSpPr>
          <p:cNvPr id="224" name="Google Shape;224;p11: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25" name="Google Shape;225;p1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2" name="Shape 232"/>
        <p:cNvGrpSpPr/>
        <p:nvPr/>
      </p:nvGrpSpPr>
      <p:grpSpPr>
        <a:xfrm>
          <a:off x="0" y="0"/>
          <a:ext cx="0" cy="0"/>
          <a:chOff x="0" y="0"/>
          <a:chExt cx="0" cy="0"/>
        </a:xfrm>
      </p:grpSpPr>
      <p:sp>
        <p:nvSpPr>
          <p:cNvPr id="233" name="Google Shape;233;p12: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34" name="Google Shape;234;p1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1" name="Shape 241"/>
        <p:cNvGrpSpPr/>
        <p:nvPr/>
      </p:nvGrpSpPr>
      <p:grpSpPr>
        <a:xfrm>
          <a:off x="0" y="0"/>
          <a:ext cx="0" cy="0"/>
          <a:chOff x="0" y="0"/>
          <a:chExt cx="0" cy="0"/>
        </a:xfrm>
      </p:grpSpPr>
      <p:sp>
        <p:nvSpPr>
          <p:cNvPr id="242" name="Google Shape;242;p13: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43" name="Google Shape;243;p1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9" name="Shape 249"/>
        <p:cNvGrpSpPr/>
        <p:nvPr/>
      </p:nvGrpSpPr>
      <p:grpSpPr>
        <a:xfrm>
          <a:off x="0" y="0"/>
          <a:ext cx="0" cy="0"/>
          <a:chOff x="0" y="0"/>
          <a:chExt cx="0" cy="0"/>
        </a:xfrm>
      </p:grpSpPr>
      <p:sp>
        <p:nvSpPr>
          <p:cNvPr id="250" name="Google Shape;250;p14: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51" name="Google Shape;251;p1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8" name="Shape 258"/>
        <p:cNvGrpSpPr/>
        <p:nvPr/>
      </p:nvGrpSpPr>
      <p:grpSpPr>
        <a:xfrm>
          <a:off x="0" y="0"/>
          <a:ext cx="0" cy="0"/>
          <a:chOff x="0" y="0"/>
          <a:chExt cx="0" cy="0"/>
        </a:xfrm>
      </p:grpSpPr>
      <p:sp>
        <p:nvSpPr>
          <p:cNvPr id="259" name="Google Shape;259;p15: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60" name="Google Shape;260;p1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2" name="Shape 282"/>
        <p:cNvGrpSpPr/>
        <p:nvPr/>
      </p:nvGrpSpPr>
      <p:grpSpPr>
        <a:xfrm>
          <a:off x="0" y="0"/>
          <a:ext cx="0" cy="0"/>
          <a:chOff x="0" y="0"/>
          <a:chExt cx="0" cy="0"/>
        </a:xfrm>
      </p:grpSpPr>
      <p:sp>
        <p:nvSpPr>
          <p:cNvPr id="283" name="Google Shape;283;p16: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84" name="Google Shape;284;p1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0" name="Shape 290"/>
        <p:cNvGrpSpPr/>
        <p:nvPr/>
      </p:nvGrpSpPr>
      <p:grpSpPr>
        <a:xfrm>
          <a:off x="0" y="0"/>
          <a:ext cx="0" cy="0"/>
          <a:chOff x="0" y="0"/>
          <a:chExt cx="0" cy="0"/>
        </a:xfrm>
      </p:grpSpPr>
      <p:sp>
        <p:nvSpPr>
          <p:cNvPr id="291" name="Google Shape;291;p17: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92" name="Google Shape;292;p17: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7" name="Shape 327"/>
        <p:cNvGrpSpPr/>
        <p:nvPr/>
      </p:nvGrpSpPr>
      <p:grpSpPr>
        <a:xfrm>
          <a:off x="0" y="0"/>
          <a:ext cx="0" cy="0"/>
          <a:chOff x="0" y="0"/>
          <a:chExt cx="0" cy="0"/>
        </a:xfrm>
      </p:grpSpPr>
      <p:sp>
        <p:nvSpPr>
          <p:cNvPr id="328" name="Google Shape;328;p18: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29" name="Google Shape;329;p18: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5" name="Shape 335"/>
        <p:cNvGrpSpPr/>
        <p:nvPr/>
      </p:nvGrpSpPr>
      <p:grpSpPr>
        <a:xfrm>
          <a:off x="0" y="0"/>
          <a:ext cx="0" cy="0"/>
          <a:chOff x="0" y="0"/>
          <a:chExt cx="0" cy="0"/>
        </a:xfrm>
      </p:grpSpPr>
      <p:sp>
        <p:nvSpPr>
          <p:cNvPr id="336" name="Google Shape;336;p19: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37" name="Google Shape;337;p19: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4" name="Shape 344"/>
        <p:cNvGrpSpPr/>
        <p:nvPr/>
      </p:nvGrpSpPr>
      <p:grpSpPr>
        <a:xfrm>
          <a:off x="0" y="0"/>
          <a:ext cx="0" cy="0"/>
          <a:chOff x="0" y="0"/>
          <a:chExt cx="0" cy="0"/>
        </a:xfrm>
      </p:grpSpPr>
      <p:sp>
        <p:nvSpPr>
          <p:cNvPr id="345" name="Google Shape;345;p20: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46" name="Google Shape;346;p20: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3" name="Shape 353"/>
        <p:cNvGrpSpPr/>
        <p:nvPr/>
      </p:nvGrpSpPr>
      <p:grpSpPr>
        <a:xfrm>
          <a:off x="0" y="0"/>
          <a:ext cx="0" cy="0"/>
          <a:chOff x="0" y="0"/>
          <a:chExt cx="0" cy="0"/>
        </a:xfrm>
      </p:grpSpPr>
      <p:sp>
        <p:nvSpPr>
          <p:cNvPr id="354" name="Google Shape;354;p21: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55" name="Google Shape;355;p2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2" name="Shape 362"/>
        <p:cNvGrpSpPr/>
        <p:nvPr/>
      </p:nvGrpSpPr>
      <p:grpSpPr>
        <a:xfrm>
          <a:off x="0" y="0"/>
          <a:ext cx="0" cy="0"/>
          <a:chOff x="0" y="0"/>
          <a:chExt cx="0" cy="0"/>
        </a:xfrm>
      </p:grpSpPr>
      <p:sp>
        <p:nvSpPr>
          <p:cNvPr id="363" name="Google Shape;363;p22: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64" name="Google Shape;364;p2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1" name="Shape 371"/>
        <p:cNvGrpSpPr/>
        <p:nvPr/>
      </p:nvGrpSpPr>
      <p:grpSpPr>
        <a:xfrm>
          <a:off x="0" y="0"/>
          <a:ext cx="0" cy="0"/>
          <a:chOff x="0" y="0"/>
          <a:chExt cx="0" cy="0"/>
        </a:xfrm>
      </p:grpSpPr>
      <p:sp>
        <p:nvSpPr>
          <p:cNvPr id="372" name="Google Shape;372;p23: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73" name="Google Shape;373;p2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0" name="Shape 380"/>
        <p:cNvGrpSpPr/>
        <p:nvPr/>
      </p:nvGrpSpPr>
      <p:grpSpPr>
        <a:xfrm>
          <a:off x="0" y="0"/>
          <a:ext cx="0" cy="0"/>
          <a:chOff x="0" y="0"/>
          <a:chExt cx="0" cy="0"/>
        </a:xfrm>
      </p:grpSpPr>
      <p:sp>
        <p:nvSpPr>
          <p:cNvPr id="381" name="Google Shape;381;p24: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82" name="Google Shape;382;p2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9" name="Shape 389"/>
        <p:cNvGrpSpPr/>
        <p:nvPr/>
      </p:nvGrpSpPr>
      <p:grpSpPr>
        <a:xfrm>
          <a:off x="0" y="0"/>
          <a:ext cx="0" cy="0"/>
          <a:chOff x="0" y="0"/>
          <a:chExt cx="0" cy="0"/>
        </a:xfrm>
      </p:grpSpPr>
      <p:sp>
        <p:nvSpPr>
          <p:cNvPr id="390" name="Google Shape;390;p25: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91" name="Google Shape;391;p2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8" name="Shape 398"/>
        <p:cNvGrpSpPr/>
        <p:nvPr/>
      </p:nvGrpSpPr>
      <p:grpSpPr>
        <a:xfrm>
          <a:off x="0" y="0"/>
          <a:ext cx="0" cy="0"/>
          <a:chOff x="0" y="0"/>
          <a:chExt cx="0" cy="0"/>
        </a:xfrm>
      </p:grpSpPr>
      <p:sp>
        <p:nvSpPr>
          <p:cNvPr id="399" name="Google Shape;399;p26: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00" name="Google Shape;400;p2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7" name="Shape 407"/>
        <p:cNvGrpSpPr/>
        <p:nvPr/>
      </p:nvGrpSpPr>
      <p:grpSpPr>
        <a:xfrm>
          <a:off x="0" y="0"/>
          <a:ext cx="0" cy="0"/>
          <a:chOff x="0" y="0"/>
          <a:chExt cx="0" cy="0"/>
        </a:xfrm>
      </p:grpSpPr>
      <p:sp>
        <p:nvSpPr>
          <p:cNvPr id="408" name="Google Shape;408;p27: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09" name="Google Shape;409;p27: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416" name="Shape 416"/>
        <p:cNvGrpSpPr/>
        <p:nvPr/>
      </p:nvGrpSpPr>
      <p:grpSpPr>
        <a:xfrm>
          <a:off x="0" y="0"/>
          <a:ext cx="0" cy="0"/>
          <a:chOff x="0" y="0"/>
          <a:chExt cx="0" cy="0"/>
        </a:xfrm>
      </p:grpSpPr>
      <p:sp>
        <p:nvSpPr>
          <p:cNvPr id="417" name="Google Shape;417;p28: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18" name="Google Shape;418;p28: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425" name="Shape 425"/>
        <p:cNvGrpSpPr/>
        <p:nvPr/>
      </p:nvGrpSpPr>
      <p:grpSpPr>
        <a:xfrm>
          <a:off x="0" y="0"/>
          <a:ext cx="0" cy="0"/>
          <a:chOff x="0" y="0"/>
          <a:chExt cx="0" cy="0"/>
        </a:xfrm>
      </p:grpSpPr>
      <p:sp>
        <p:nvSpPr>
          <p:cNvPr id="426" name="Google Shape;426;p29: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27" name="Google Shape;427;p29: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434" name="Shape 434"/>
        <p:cNvGrpSpPr/>
        <p:nvPr/>
      </p:nvGrpSpPr>
      <p:grpSpPr>
        <a:xfrm>
          <a:off x="0" y="0"/>
          <a:ext cx="0" cy="0"/>
          <a:chOff x="0" y="0"/>
          <a:chExt cx="0" cy="0"/>
        </a:xfrm>
      </p:grpSpPr>
      <p:sp>
        <p:nvSpPr>
          <p:cNvPr id="435" name="Google Shape;435;p30: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36" name="Google Shape;436;p30: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3" name="Shape 443"/>
        <p:cNvGrpSpPr/>
        <p:nvPr/>
      </p:nvGrpSpPr>
      <p:grpSpPr>
        <a:xfrm>
          <a:off x="0" y="0"/>
          <a:ext cx="0" cy="0"/>
          <a:chOff x="0" y="0"/>
          <a:chExt cx="0" cy="0"/>
        </a:xfrm>
      </p:grpSpPr>
      <p:sp>
        <p:nvSpPr>
          <p:cNvPr id="444" name="Google Shape;444;p31: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45" name="Google Shape;445;p3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51" name="Shape 451"/>
        <p:cNvGrpSpPr/>
        <p:nvPr/>
      </p:nvGrpSpPr>
      <p:grpSpPr>
        <a:xfrm>
          <a:off x="0" y="0"/>
          <a:ext cx="0" cy="0"/>
          <a:chOff x="0" y="0"/>
          <a:chExt cx="0" cy="0"/>
        </a:xfrm>
      </p:grpSpPr>
      <p:sp>
        <p:nvSpPr>
          <p:cNvPr id="452" name="Google Shape;452;p32: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53" name="Google Shape;453;p3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461" name="Shape 461"/>
        <p:cNvGrpSpPr/>
        <p:nvPr/>
      </p:nvGrpSpPr>
      <p:grpSpPr>
        <a:xfrm>
          <a:off x="0" y="0"/>
          <a:ext cx="0" cy="0"/>
          <a:chOff x="0" y="0"/>
          <a:chExt cx="0" cy="0"/>
        </a:xfrm>
      </p:grpSpPr>
      <p:sp>
        <p:nvSpPr>
          <p:cNvPr id="462" name="Google Shape;462;p33: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63" name="Google Shape;463;p3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470" name="Shape 470"/>
        <p:cNvGrpSpPr/>
        <p:nvPr/>
      </p:nvGrpSpPr>
      <p:grpSpPr>
        <a:xfrm>
          <a:off x="0" y="0"/>
          <a:ext cx="0" cy="0"/>
          <a:chOff x="0" y="0"/>
          <a:chExt cx="0" cy="0"/>
        </a:xfrm>
      </p:grpSpPr>
      <p:sp>
        <p:nvSpPr>
          <p:cNvPr id="471" name="Google Shape;471;p34: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72" name="Google Shape;472;p3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79" name="Shape 479"/>
        <p:cNvGrpSpPr/>
        <p:nvPr/>
      </p:nvGrpSpPr>
      <p:grpSpPr>
        <a:xfrm>
          <a:off x="0" y="0"/>
          <a:ext cx="0" cy="0"/>
          <a:chOff x="0" y="0"/>
          <a:chExt cx="0" cy="0"/>
        </a:xfrm>
      </p:grpSpPr>
      <p:sp>
        <p:nvSpPr>
          <p:cNvPr id="480" name="Google Shape;480;p35: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81" name="Google Shape;481;p3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488" name="Shape 488"/>
        <p:cNvGrpSpPr/>
        <p:nvPr/>
      </p:nvGrpSpPr>
      <p:grpSpPr>
        <a:xfrm>
          <a:off x="0" y="0"/>
          <a:ext cx="0" cy="0"/>
          <a:chOff x="0" y="0"/>
          <a:chExt cx="0" cy="0"/>
        </a:xfrm>
      </p:grpSpPr>
      <p:sp>
        <p:nvSpPr>
          <p:cNvPr id="489" name="Google Shape;489;p36: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90" name="Google Shape;490;p3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497" name="Shape 497"/>
        <p:cNvGrpSpPr/>
        <p:nvPr/>
      </p:nvGrpSpPr>
      <p:grpSpPr>
        <a:xfrm>
          <a:off x="0" y="0"/>
          <a:ext cx="0" cy="0"/>
          <a:chOff x="0" y="0"/>
          <a:chExt cx="0" cy="0"/>
        </a:xfrm>
      </p:grpSpPr>
      <p:sp>
        <p:nvSpPr>
          <p:cNvPr id="498" name="Google Shape;498;p37: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99" name="Google Shape;499;p37: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7" name="Shape 507"/>
        <p:cNvGrpSpPr/>
        <p:nvPr/>
      </p:nvGrpSpPr>
      <p:grpSpPr>
        <a:xfrm>
          <a:off x="0" y="0"/>
          <a:ext cx="0" cy="0"/>
          <a:chOff x="0" y="0"/>
          <a:chExt cx="0" cy="0"/>
        </a:xfrm>
      </p:grpSpPr>
      <p:sp>
        <p:nvSpPr>
          <p:cNvPr id="508" name="Google Shape;508;p38: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09" name="Google Shape;509;p38: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517" name="Shape 517"/>
        <p:cNvGrpSpPr/>
        <p:nvPr/>
      </p:nvGrpSpPr>
      <p:grpSpPr>
        <a:xfrm>
          <a:off x="0" y="0"/>
          <a:ext cx="0" cy="0"/>
          <a:chOff x="0" y="0"/>
          <a:chExt cx="0" cy="0"/>
        </a:xfrm>
      </p:grpSpPr>
      <p:sp>
        <p:nvSpPr>
          <p:cNvPr id="518" name="Google Shape;518;p39: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19" name="Google Shape;519;p39: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526" name="Shape 526"/>
        <p:cNvGrpSpPr/>
        <p:nvPr/>
      </p:nvGrpSpPr>
      <p:grpSpPr>
        <a:xfrm>
          <a:off x="0" y="0"/>
          <a:ext cx="0" cy="0"/>
          <a:chOff x="0" y="0"/>
          <a:chExt cx="0" cy="0"/>
        </a:xfrm>
      </p:grpSpPr>
      <p:sp>
        <p:nvSpPr>
          <p:cNvPr id="527" name="Google Shape;527;p40: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28" name="Google Shape;528;p40: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35" name="Shape 535"/>
        <p:cNvGrpSpPr/>
        <p:nvPr/>
      </p:nvGrpSpPr>
      <p:grpSpPr>
        <a:xfrm>
          <a:off x="0" y="0"/>
          <a:ext cx="0" cy="0"/>
          <a:chOff x="0" y="0"/>
          <a:chExt cx="0" cy="0"/>
        </a:xfrm>
      </p:grpSpPr>
      <p:sp>
        <p:nvSpPr>
          <p:cNvPr id="536" name="Google Shape;536;p41: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37" name="Google Shape;537;p4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72" name="Shape 572"/>
        <p:cNvGrpSpPr/>
        <p:nvPr/>
      </p:nvGrpSpPr>
      <p:grpSpPr>
        <a:xfrm>
          <a:off x="0" y="0"/>
          <a:ext cx="0" cy="0"/>
          <a:chOff x="0" y="0"/>
          <a:chExt cx="0" cy="0"/>
        </a:xfrm>
      </p:grpSpPr>
      <p:sp>
        <p:nvSpPr>
          <p:cNvPr id="573" name="Google Shape;573;p42: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74" name="Google Shape;574;p4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PhAnim="0" showMasterSp="0">
  <p:cSld>
    <p:spTree>
      <p:nvGrpSpPr>
        <p:cNvPr id="581" name="Shape 581"/>
        <p:cNvGrpSpPr/>
        <p:nvPr/>
      </p:nvGrpSpPr>
      <p:grpSpPr>
        <a:xfrm>
          <a:off x="0" y="0"/>
          <a:ext cx="0" cy="0"/>
          <a:chOff x="0" y="0"/>
          <a:chExt cx="0" cy="0"/>
        </a:xfrm>
      </p:grpSpPr>
      <p:sp>
        <p:nvSpPr>
          <p:cNvPr id="582" name="Google Shape;582;p43: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83" name="Google Shape;583;p4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PhAnim="0" showMasterSp="0">
  <p:cSld>
    <p:spTree>
      <p:nvGrpSpPr>
        <p:cNvPr id="590" name="Shape 590"/>
        <p:cNvGrpSpPr/>
        <p:nvPr/>
      </p:nvGrpSpPr>
      <p:grpSpPr>
        <a:xfrm>
          <a:off x="0" y="0"/>
          <a:ext cx="0" cy="0"/>
          <a:chOff x="0" y="0"/>
          <a:chExt cx="0" cy="0"/>
        </a:xfrm>
      </p:grpSpPr>
      <p:sp>
        <p:nvSpPr>
          <p:cNvPr id="591" name="Google Shape;591;p44: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92" name="Google Shape;592;p4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PhAnim="0" showMasterSp="0">
  <p:cSld>
    <p:spTree>
      <p:nvGrpSpPr>
        <p:cNvPr id="599" name="Shape 599"/>
        <p:cNvGrpSpPr/>
        <p:nvPr/>
      </p:nvGrpSpPr>
      <p:grpSpPr>
        <a:xfrm>
          <a:off x="0" y="0"/>
          <a:ext cx="0" cy="0"/>
          <a:chOff x="0" y="0"/>
          <a:chExt cx="0" cy="0"/>
        </a:xfrm>
      </p:grpSpPr>
      <p:sp>
        <p:nvSpPr>
          <p:cNvPr id="600" name="Google Shape;600;p45: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01" name="Google Shape;601;p4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8" name="Shape 608"/>
        <p:cNvGrpSpPr/>
        <p:nvPr/>
      </p:nvGrpSpPr>
      <p:grpSpPr>
        <a:xfrm>
          <a:off x="0" y="0"/>
          <a:ext cx="0" cy="0"/>
          <a:chOff x="0" y="0"/>
          <a:chExt cx="0" cy="0"/>
        </a:xfrm>
      </p:grpSpPr>
      <p:sp>
        <p:nvSpPr>
          <p:cNvPr id="609" name="Google Shape;609;p46: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10" name="Google Shape;610;p4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PhAnim="0" showMasterSp="0">
  <p:cSld>
    <p:spTree>
      <p:nvGrpSpPr>
        <p:cNvPr id="617" name="Shape 617"/>
        <p:cNvGrpSpPr/>
        <p:nvPr/>
      </p:nvGrpSpPr>
      <p:grpSpPr>
        <a:xfrm>
          <a:off x="0" y="0"/>
          <a:ext cx="0" cy="0"/>
          <a:chOff x="0" y="0"/>
          <a:chExt cx="0" cy="0"/>
        </a:xfrm>
      </p:grpSpPr>
      <p:sp>
        <p:nvSpPr>
          <p:cNvPr id="618" name="Google Shape;618;p47: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19" name="Google Shape;619;p47: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PhAnim="0" showMasterSp="0">
  <p:cSld>
    <p:spTree>
      <p:nvGrpSpPr>
        <p:cNvPr id="627" name="Shape 627"/>
        <p:cNvGrpSpPr/>
        <p:nvPr/>
      </p:nvGrpSpPr>
      <p:grpSpPr>
        <a:xfrm>
          <a:off x="0" y="0"/>
          <a:ext cx="0" cy="0"/>
          <a:chOff x="0" y="0"/>
          <a:chExt cx="0" cy="0"/>
        </a:xfrm>
      </p:grpSpPr>
      <p:sp>
        <p:nvSpPr>
          <p:cNvPr id="628" name="Google Shape;628;p48: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29" name="Google Shape;629;p48: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PhAnim="0" showMasterSp="0">
  <p:cSld>
    <p:spTree>
      <p:nvGrpSpPr>
        <p:cNvPr id="638" name="Shape 638"/>
        <p:cNvGrpSpPr/>
        <p:nvPr/>
      </p:nvGrpSpPr>
      <p:grpSpPr>
        <a:xfrm>
          <a:off x="0" y="0"/>
          <a:ext cx="0" cy="0"/>
          <a:chOff x="0" y="0"/>
          <a:chExt cx="0" cy="0"/>
        </a:xfrm>
      </p:grpSpPr>
      <p:sp>
        <p:nvSpPr>
          <p:cNvPr id="639" name="Google Shape;639;p50: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40" name="Google Shape;640;p50: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7" name="Shape 647"/>
        <p:cNvGrpSpPr/>
        <p:nvPr/>
      </p:nvGrpSpPr>
      <p:grpSpPr>
        <a:xfrm>
          <a:off x="0" y="0"/>
          <a:ext cx="0" cy="0"/>
          <a:chOff x="0" y="0"/>
          <a:chExt cx="0" cy="0"/>
        </a:xfrm>
      </p:grpSpPr>
      <p:sp>
        <p:nvSpPr>
          <p:cNvPr id="648" name="Google Shape;648;p51: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49" name="Google Shape;649;p5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PhAnim="0" showMasterSp="0">
  <p:cSld>
    <p:spTree>
      <p:nvGrpSpPr>
        <p:cNvPr id="656" name="Shape 656"/>
        <p:cNvGrpSpPr/>
        <p:nvPr/>
      </p:nvGrpSpPr>
      <p:grpSpPr>
        <a:xfrm>
          <a:off x="0" y="0"/>
          <a:ext cx="0" cy="0"/>
          <a:chOff x="0" y="0"/>
          <a:chExt cx="0" cy="0"/>
        </a:xfrm>
      </p:grpSpPr>
      <p:sp>
        <p:nvSpPr>
          <p:cNvPr id="657" name="Google Shape;657;p52: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58" name="Google Shape;658;p5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PhAnim="0" showMasterSp="0">
  <p:cSld>
    <p:spTree>
      <p:nvGrpSpPr>
        <p:cNvPr id="665" name="Shape 665"/>
        <p:cNvGrpSpPr/>
        <p:nvPr/>
      </p:nvGrpSpPr>
      <p:grpSpPr>
        <a:xfrm>
          <a:off x="0" y="0"/>
          <a:ext cx="0" cy="0"/>
          <a:chOff x="0" y="0"/>
          <a:chExt cx="0" cy="0"/>
        </a:xfrm>
      </p:grpSpPr>
      <p:sp>
        <p:nvSpPr>
          <p:cNvPr id="666" name="Google Shape;666;p53: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67" name="Google Shape;667;p5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75" name="Shape 675"/>
        <p:cNvGrpSpPr/>
        <p:nvPr/>
      </p:nvGrpSpPr>
      <p:grpSpPr>
        <a:xfrm>
          <a:off x="0" y="0"/>
          <a:ext cx="0" cy="0"/>
          <a:chOff x="0" y="0"/>
          <a:chExt cx="0" cy="0"/>
        </a:xfrm>
      </p:grpSpPr>
      <p:sp>
        <p:nvSpPr>
          <p:cNvPr id="676" name="Google Shape;676;p54: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77" name="Google Shape;677;p5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84" name="Shape 684"/>
        <p:cNvGrpSpPr/>
        <p:nvPr/>
      </p:nvGrpSpPr>
      <p:grpSpPr>
        <a:xfrm>
          <a:off x="0" y="0"/>
          <a:ext cx="0" cy="0"/>
          <a:chOff x="0" y="0"/>
          <a:chExt cx="0" cy="0"/>
        </a:xfrm>
      </p:grpSpPr>
      <p:sp>
        <p:nvSpPr>
          <p:cNvPr id="685" name="Google Shape;685;p56: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86" name="Google Shape;686;p5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PhAnim="0" showMasterSp="0">
  <p:cSld>
    <p:spTree>
      <p:nvGrpSpPr>
        <p:cNvPr id="693" name="Shape 693"/>
        <p:cNvGrpSpPr/>
        <p:nvPr/>
      </p:nvGrpSpPr>
      <p:grpSpPr>
        <a:xfrm>
          <a:off x="0" y="0"/>
          <a:ext cx="0" cy="0"/>
          <a:chOff x="0" y="0"/>
          <a:chExt cx="0" cy="0"/>
        </a:xfrm>
      </p:grpSpPr>
      <p:sp>
        <p:nvSpPr>
          <p:cNvPr id="694" name="Google Shape;694;p57: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95" name="Google Shape;695;p57: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PhAnim="0" showMasterSp="0">
  <p:cSld>
    <p:spTree>
      <p:nvGrpSpPr>
        <p:cNvPr id="702" name="Shape 702"/>
        <p:cNvGrpSpPr/>
        <p:nvPr/>
      </p:nvGrpSpPr>
      <p:grpSpPr>
        <a:xfrm>
          <a:off x="0" y="0"/>
          <a:ext cx="0" cy="0"/>
          <a:chOff x="0" y="0"/>
          <a:chExt cx="0" cy="0"/>
        </a:xfrm>
      </p:grpSpPr>
      <p:sp>
        <p:nvSpPr>
          <p:cNvPr id="703" name="Google Shape;703;p58: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04" name="Google Shape;704;p58: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PhAnim="0" showMasterSp="0">
  <p:cSld>
    <p:spTree>
      <p:nvGrpSpPr>
        <p:cNvPr id="711" name="Shape 711"/>
        <p:cNvGrpSpPr/>
        <p:nvPr/>
      </p:nvGrpSpPr>
      <p:grpSpPr>
        <a:xfrm>
          <a:off x="0" y="0"/>
          <a:ext cx="0" cy="0"/>
          <a:chOff x="0" y="0"/>
          <a:chExt cx="0" cy="0"/>
        </a:xfrm>
      </p:grpSpPr>
      <p:sp>
        <p:nvSpPr>
          <p:cNvPr id="712" name="Google Shape;712;p59: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13" name="Google Shape;713;p59: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PhAnim="0" showMasterSp="0">
  <p:cSld>
    <p:spTree>
      <p:nvGrpSpPr>
        <p:cNvPr id="720" name="Shape 720"/>
        <p:cNvGrpSpPr/>
        <p:nvPr/>
      </p:nvGrpSpPr>
      <p:grpSpPr>
        <a:xfrm>
          <a:off x="0" y="0"/>
          <a:ext cx="0" cy="0"/>
          <a:chOff x="0" y="0"/>
          <a:chExt cx="0" cy="0"/>
        </a:xfrm>
      </p:grpSpPr>
      <p:sp>
        <p:nvSpPr>
          <p:cNvPr id="721" name="Google Shape;721;p60: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22" name="Google Shape;722;p60: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0" name="Shape 730"/>
        <p:cNvGrpSpPr/>
        <p:nvPr/>
      </p:nvGrpSpPr>
      <p:grpSpPr>
        <a:xfrm>
          <a:off x="0" y="0"/>
          <a:ext cx="0" cy="0"/>
          <a:chOff x="0" y="0"/>
          <a:chExt cx="0" cy="0"/>
        </a:xfrm>
      </p:grpSpPr>
      <p:sp>
        <p:nvSpPr>
          <p:cNvPr id="731" name="Google Shape;731;p61: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32" name="Google Shape;732;p6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PhAnim="0" showMasterSp="0">
  <p:cSld>
    <p:spTree>
      <p:nvGrpSpPr>
        <p:cNvPr id="741" name="Shape 741"/>
        <p:cNvGrpSpPr/>
        <p:nvPr/>
      </p:nvGrpSpPr>
      <p:grpSpPr>
        <a:xfrm>
          <a:off x="0" y="0"/>
          <a:ext cx="0" cy="0"/>
          <a:chOff x="0" y="0"/>
          <a:chExt cx="0" cy="0"/>
        </a:xfrm>
      </p:grpSpPr>
      <p:sp>
        <p:nvSpPr>
          <p:cNvPr id="742" name="Google Shape;742;p62: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43" name="Google Shape;743;p6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PhAnim="0" showMasterSp="0">
  <p:cSld>
    <p:spTree>
      <p:nvGrpSpPr>
        <p:cNvPr id="751" name="Shape 751"/>
        <p:cNvGrpSpPr/>
        <p:nvPr/>
      </p:nvGrpSpPr>
      <p:grpSpPr>
        <a:xfrm>
          <a:off x="0" y="0"/>
          <a:ext cx="0" cy="0"/>
          <a:chOff x="0" y="0"/>
          <a:chExt cx="0" cy="0"/>
        </a:xfrm>
      </p:grpSpPr>
      <p:sp>
        <p:nvSpPr>
          <p:cNvPr id="752" name="Google Shape;752;p63: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53" name="Google Shape;753;p6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PhAnim="0" showMasterSp="0">
  <p:cSld>
    <p:spTree>
      <p:nvGrpSpPr>
        <p:cNvPr id="760" name="Shape 760"/>
        <p:cNvGrpSpPr/>
        <p:nvPr/>
      </p:nvGrpSpPr>
      <p:grpSpPr>
        <a:xfrm>
          <a:off x="0" y="0"/>
          <a:ext cx="0" cy="0"/>
          <a:chOff x="0" y="0"/>
          <a:chExt cx="0" cy="0"/>
        </a:xfrm>
      </p:grpSpPr>
      <p:sp>
        <p:nvSpPr>
          <p:cNvPr id="761" name="Google Shape;761;p64: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62" name="Google Shape;762;p6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69" name="Shape 769"/>
        <p:cNvGrpSpPr/>
        <p:nvPr/>
      </p:nvGrpSpPr>
      <p:grpSpPr>
        <a:xfrm>
          <a:off x="0" y="0"/>
          <a:ext cx="0" cy="0"/>
          <a:chOff x="0" y="0"/>
          <a:chExt cx="0" cy="0"/>
        </a:xfrm>
      </p:grpSpPr>
      <p:sp>
        <p:nvSpPr>
          <p:cNvPr id="770" name="Google Shape;770;p65: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71" name="Google Shape;771;p6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PhAnim="0" showMasterSp="0">
  <p:cSld>
    <p:spTree>
      <p:nvGrpSpPr>
        <p:cNvPr id="780" name="Shape 780"/>
        <p:cNvGrpSpPr/>
        <p:nvPr/>
      </p:nvGrpSpPr>
      <p:grpSpPr>
        <a:xfrm>
          <a:off x="0" y="0"/>
          <a:ext cx="0" cy="0"/>
          <a:chOff x="0" y="0"/>
          <a:chExt cx="0" cy="0"/>
        </a:xfrm>
      </p:grpSpPr>
      <p:sp>
        <p:nvSpPr>
          <p:cNvPr id="781" name="Google Shape;781;p66: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82" name="Google Shape;782;p6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PhAnim="0" showMasterSp="0">
  <p:cSld>
    <p:spTree>
      <p:nvGrpSpPr>
        <p:cNvPr id="790" name="Shape 790"/>
        <p:cNvGrpSpPr/>
        <p:nvPr/>
      </p:nvGrpSpPr>
      <p:grpSpPr>
        <a:xfrm>
          <a:off x="0" y="0"/>
          <a:ext cx="0" cy="0"/>
          <a:chOff x="0" y="0"/>
          <a:chExt cx="0" cy="0"/>
        </a:xfrm>
      </p:grpSpPr>
      <p:sp>
        <p:nvSpPr>
          <p:cNvPr id="791" name="Google Shape;791;p67: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92" name="Google Shape;792;p67: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0" name="Shape 800"/>
        <p:cNvGrpSpPr/>
        <p:nvPr/>
      </p:nvGrpSpPr>
      <p:grpSpPr>
        <a:xfrm>
          <a:off x="0" y="0"/>
          <a:ext cx="0" cy="0"/>
          <a:chOff x="0" y="0"/>
          <a:chExt cx="0" cy="0"/>
        </a:xfrm>
      </p:grpSpPr>
      <p:sp>
        <p:nvSpPr>
          <p:cNvPr id="801" name="Google Shape;801;p68: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02" name="Google Shape;802;p68: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PhAnim="0" showMasterSp="0">
  <p:cSld>
    <p:spTree>
      <p:nvGrpSpPr>
        <p:cNvPr id="810" name="Shape 810"/>
        <p:cNvGrpSpPr/>
        <p:nvPr/>
      </p:nvGrpSpPr>
      <p:grpSpPr>
        <a:xfrm>
          <a:off x="0" y="0"/>
          <a:ext cx="0" cy="0"/>
          <a:chOff x="0" y="0"/>
          <a:chExt cx="0" cy="0"/>
        </a:xfrm>
      </p:grpSpPr>
      <p:sp>
        <p:nvSpPr>
          <p:cNvPr id="811" name="Google Shape;811;p69: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12" name="Google Shape;812;p69: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PhAnim="0" showMasterSp="0">
  <p:cSld>
    <p:spTree>
      <p:nvGrpSpPr>
        <p:cNvPr id="820" name="Shape 820"/>
        <p:cNvGrpSpPr/>
        <p:nvPr/>
      </p:nvGrpSpPr>
      <p:grpSpPr>
        <a:xfrm>
          <a:off x="0" y="0"/>
          <a:ext cx="0" cy="0"/>
          <a:chOff x="0" y="0"/>
          <a:chExt cx="0" cy="0"/>
        </a:xfrm>
      </p:grpSpPr>
      <p:sp>
        <p:nvSpPr>
          <p:cNvPr id="821" name="Google Shape;821;p70: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22" name="Google Shape;822;p70: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PhAnim="0" showMasterSp="0">
  <p:cSld>
    <p:spTree>
      <p:nvGrpSpPr>
        <p:cNvPr id="829" name="Shape 829"/>
        <p:cNvGrpSpPr/>
        <p:nvPr/>
      </p:nvGrpSpPr>
      <p:grpSpPr>
        <a:xfrm>
          <a:off x="0" y="0"/>
          <a:ext cx="0" cy="0"/>
          <a:chOff x="0" y="0"/>
          <a:chExt cx="0" cy="0"/>
        </a:xfrm>
      </p:grpSpPr>
      <p:sp>
        <p:nvSpPr>
          <p:cNvPr id="830" name="Google Shape;830;p71: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31" name="Google Shape;831;p7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PhAnim="0" showMasterSp="0">
  <p:cSld>
    <p:spTree>
      <p:nvGrpSpPr>
        <p:cNvPr id="866" name="Shape 866"/>
        <p:cNvGrpSpPr/>
        <p:nvPr/>
      </p:nvGrpSpPr>
      <p:grpSpPr>
        <a:xfrm>
          <a:off x="0" y="0"/>
          <a:ext cx="0" cy="0"/>
          <a:chOff x="0" y="0"/>
          <a:chExt cx="0" cy="0"/>
        </a:xfrm>
      </p:grpSpPr>
      <p:sp>
        <p:nvSpPr>
          <p:cNvPr id="867" name="Google Shape;867;p72: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68" name="Google Shape;868;p7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75" name="Shape 875"/>
        <p:cNvGrpSpPr/>
        <p:nvPr/>
      </p:nvGrpSpPr>
      <p:grpSpPr>
        <a:xfrm>
          <a:off x="0" y="0"/>
          <a:ext cx="0" cy="0"/>
          <a:chOff x="0" y="0"/>
          <a:chExt cx="0" cy="0"/>
        </a:xfrm>
      </p:grpSpPr>
      <p:sp>
        <p:nvSpPr>
          <p:cNvPr id="876" name="Google Shape;876;p73: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77" name="Google Shape;877;p7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PhAnim="0" showMasterSp="0">
  <p:cSld>
    <p:spTree>
      <p:nvGrpSpPr>
        <p:cNvPr id="887" name="Shape 887"/>
        <p:cNvGrpSpPr/>
        <p:nvPr/>
      </p:nvGrpSpPr>
      <p:grpSpPr>
        <a:xfrm>
          <a:off x="0" y="0"/>
          <a:ext cx="0" cy="0"/>
          <a:chOff x="0" y="0"/>
          <a:chExt cx="0" cy="0"/>
        </a:xfrm>
      </p:grpSpPr>
      <p:sp>
        <p:nvSpPr>
          <p:cNvPr id="888" name="Google Shape;888;p74: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89" name="Google Shape;889;p7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PhAnim="0" showMasterSp="0">
  <p:cSld>
    <p:spTree>
      <p:nvGrpSpPr>
        <p:cNvPr id="897" name="Shape 897"/>
        <p:cNvGrpSpPr/>
        <p:nvPr/>
      </p:nvGrpSpPr>
      <p:grpSpPr>
        <a:xfrm>
          <a:off x="0" y="0"/>
          <a:ext cx="0" cy="0"/>
          <a:chOff x="0" y="0"/>
          <a:chExt cx="0" cy="0"/>
        </a:xfrm>
      </p:grpSpPr>
      <p:sp>
        <p:nvSpPr>
          <p:cNvPr id="898" name="Google Shape;898;p75: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99" name="Google Shape;899;p7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PhAnim="0" showMasterSp="0">
  <p:cSld>
    <p:spTree>
      <p:nvGrpSpPr>
        <p:cNvPr id="906" name="Shape 906"/>
        <p:cNvGrpSpPr/>
        <p:nvPr/>
      </p:nvGrpSpPr>
      <p:grpSpPr>
        <a:xfrm>
          <a:off x="0" y="0"/>
          <a:ext cx="0" cy="0"/>
          <a:chOff x="0" y="0"/>
          <a:chExt cx="0" cy="0"/>
        </a:xfrm>
      </p:grpSpPr>
      <p:sp>
        <p:nvSpPr>
          <p:cNvPr id="907" name="Google Shape;907;p76: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08" name="Google Shape;908;p7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PhAnim="0" showMasterSp="0">
  <p:cSld>
    <p:spTree>
      <p:nvGrpSpPr>
        <p:cNvPr id="916" name="Shape 916"/>
        <p:cNvGrpSpPr/>
        <p:nvPr/>
      </p:nvGrpSpPr>
      <p:grpSpPr>
        <a:xfrm>
          <a:off x="0" y="0"/>
          <a:ext cx="0" cy="0"/>
          <a:chOff x="0" y="0"/>
          <a:chExt cx="0" cy="0"/>
        </a:xfrm>
      </p:grpSpPr>
      <p:sp>
        <p:nvSpPr>
          <p:cNvPr id="917" name="Google Shape;917;p77: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18" name="Google Shape;918;p77: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PhAnim="0" showMasterSp="0">
  <p:cSld>
    <p:spTree>
      <p:nvGrpSpPr>
        <p:cNvPr id="925" name="Shape 925"/>
        <p:cNvGrpSpPr/>
        <p:nvPr/>
      </p:nvGrpSpPr>
      <p:grpSpPr>
        <a:xfrm>
          <a:off x="0" y="0"/>
          <a:ext cx="0" cy="0"/>
          <a:chOff x="0" y="0"/>
          <a:chExt cx="0" cy="0"/>
        </a:xfrm>
      </p:grpSpPr>
      <p:sp>
        <p:nvSpPr>
          <p:cNvPr id="926" name="Google Shape;926;p78: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27" name="Google Shape;927;p78: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PhAnim="0" showMasterSp="0">
  <p:cSld>
    <p:spTree>
      <p:nvGrpSpPr>
        <p:cNvPr id="934" name="Shape 934"/>
        <p:cNvGrpSpPr/>
        <p:nvPr/>
      </p:nvGrpSpPr>
      <p:grpSpPr>
        <a:xfrm>
          <a:off x="0" y="0"/>
          <a:ext cx="0" cy="0"/>
          <a:chOff x="0" y="0"/>
          <a:chExt cx="0" cy="0"/>
        </a:xfrm>
      </p:grpSpPr>
      <p:sp>
        <p:nvSpPr>
          <p:cNvPr id="935" name="Google Shape;935;p79: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36" name="Google Shape;936;p79: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PhAnim="0" showMasterSp="0">
  <p:cSld>
    <p:spTree>
      <p:nvGrpSpPr>
        <p:cNvPr id="943" name="Shape 943"/>
        <p:cNvGrpSpPr/>
        <p:nvPr/>
      </p:nvGrpSpPr>
      <p:grpSpPr>
        <a:xfrm>
          <a:off x="0" y="0"/>
          <a:ext cx="0" cy="0"/>
          <a:chOff x="0" y="0"/>
          <a:chExt cx="0" cy="0"/>
        </a:xfrm>
      </p:grpSpPr>
      <p:sp>
        <p:nvSpPr>
          <p:cNvPr id="944" name="Google Shape;944;p80: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45" name="Google Shape;945;p80: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PhAnim="0" showMasterSp="0">
  <p:cSld>
    <p:spTree>
      <p:nvGrpSpPr>
        <p:cNvPr id="952" name="Shape 952"/>
        <p:cNvGrpSpPr/>
        <p:nvPr/>
      </p:nvGrpSpPr>
      <p:grpSpPr>
        <a:xfrm>
          <a:off x="0" y="0"/>
          <a:ext cx="0" cy="0"/>
          <a:chOff x="0" y="0"/>
          <a:chExt cx="0" cy="0"/>
        </a:xfrm>
      </p:grpSpPr>
      <p:sp>
        <p:nvSpPr>
          <p:cNvPr id="953" name="Google Shape;953;p81: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54" name="Google Shape;954;p8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1" name="Shape 961"/>
        <p:cNvGrpSpPr/>
        <p:nvPr/>
      </p:nvGrpSpPr>
      <p:grpSpPr>
        <a:xfrm>
          <a:off x="0" y="0"/>
          <a:ext cx="0" cy="0"/>
          <a:chOff x="0" y="0"/>
          <a:chExt cx="0" cy="0"/>
        </a:xfrm>
      </p:grpSpPr>
      <p:sp>
        <p:nvSpPr>
          <p:cNvPr id="962" name="Google Shape;962;p82: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63" name="Google Shape;963;p8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PhAnim="0" showMasterSp="0">
  <p:cSld>
    <p:spTree>
      <p:nvGrpSpPr>
        <p:cNvPr id="970" name="Shape 970"/>
        <p:cNvGrpSpPr/>
        <p:nvPr/>
      </p:nvGrpSpPr>
      <p:grpSpPr>
        <a:xfrm>
          <a:off x="0" y="0"/>
          <a:ext cx="0" cy="0"/>
          <a:chOff x="0" y="0"/>
          <a:chExt cx="0" cy="0"/>
        </a:xfrm>
      </p:grpSpPr>
      <p:sp>
        <p:nvSpPr>
          <p:cNvPr id="971" name="Google Shape;971;p83: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72" name="Google Shape;972;p8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79" name="Shape 979"/>
        <p:cNvGrpSpPr/>
        <p:nvPr/>
      </p:nvGrpSpPr>
      <p:grpSpPr>
        <a:xfrm>
          <a:off x="0" y="0"/>
          <a:ext cx="0" cy="0"/>
          <a:chOff x="0" y="0"/>
          <a:chExt cx="0" cy="0"/>
        </a:xfrm>
      </p:grpSpPr>
      <p:sp>
        <p:nvSpPr>
          <p:cNvPr id="980" name="Google Shape;980;p84: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81" name="Google Shape;981;p8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PhAnim="0" showMasterSp="0">
  <p:cSld>
    <p:spTree>
      <p:nvGrpSpPr>
        <p:cNvPr id="997" name="Shape 997"/>
        <p:cNvGrpSpPr/>
        <p:nvPr/>
      </p:nvGrpSpPr>
      <p:grpSpPr>
        <a:xfrm>
          <a:off x="0" y="0"/>
          <a:ext cx="0" cy="0"/>
          <a:chOff x="0" y="0"/>
          <a:chExt cx="0" cy="0"/>
        </a:xfrm>
      </p:grpSpPr>
      <p:sp>
        <p:nvSpPr>
          <p:cNvPr id="998" name="Google Shape;998;p85: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99" name="Google Shape;999;p8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5" name="Shape 1035"/>
        <p:cNvGrpSpPr/>
        <p:nvPr/>
      </p:nvGrpSpPr>
      <p:grpSpPr>
        <a:xfrm>
          <a:off x="0" y="0"/>
          <a:ext cx="0" cy="0"/>
          <a:chOff x="0" y="0"/>
          <a:chExt cx="0" cy="0"/>
        </a:xfrm>
      </p:grpSpPr>
      <p:sp>
        <p:nvSpPr>
          <p:cNvPr id="1036" name="Google Shape;1036;p86: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37" name="Google Shape;1037;p8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8" name="Google Shape;1038;p86: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50" name="Shape 1050"/>
        <p:cNvGrpSpPr/>
        <p:nvPr/>
      </p:nvGrpSpPr>
      <p:grpSpPr>
        <a:xfrm>
          <a:off x="0" y="0"/>
          <a:ext cx="0" cy="0"/>
          <a:chOff x="0" y="0"/>
          <a:chExt cx="0" cy="0"/>
        </a:xfrm>
      </p:grpSpPr>
      <p:sp>
        <p:nvSpPr>
          <p:cNvPr id="1051" name="Google Shape;1051;p87: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52" name="Google Shape;1052;p87: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82" name="Shape 1082"/>
        <p:cNvGrpSpPr/>
        <p:nvPr/>
      </p:nvGrpSpPr>
      <p:grpSpPr>
        <a:xfrm>
          <a:off x="0" y="0"/>
          <a:ext cx="0" cy="0"/>
          <a:chOff x="0" y="0"/>
          <a:chExt cx="0" cy="0"/>
        </a:xfrm>
      </p:grpSpPr>
      <p:sp>
        <p:nvSpPr>
          <p:cNvPr id="1083" name="Google Shape;1083;p88: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84" name="Google Shape;1084;p88: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93" name="Shape 1093"/>
        <p:cNvGrpSpPr/>
        <p:nvPr/>
      </p:nvGrpSpPr>
      <p:grpSpPr>
        <a:xfrm>
          <a:off x="0" y="0"/>
          <a:ext cx="0" cy="0"/>
          <a:chOff x="0" y="0"/>
          <a:chExt cx="0" cy="0"/>
        </a:xfrm>
      </p:grpSpPr>
      <p:sp>
        <p:nvSpPr>
          <p:cNvPr id="1094" name="Google Shape;1094;p89: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95" name="Google Shape;1095;p89: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02" name="Shape 1102"/>
        <p:cNvGrpSpPr/>
        <p:nvPr/>
      </p:nvGrpSpPr>
      <p:grpSpPr>
        <a:xfrm>
          <a:off x="0" y="0"/>
          <a:ext cx="0" cy="0"/>
          <a:chOff x="0" y="0"/>
          <a:chExt cx="0" cy="0"/>
        </a:xfrm>
      </p:grpSpPr>
      <p:sp>
        <p:nvSpPr>
          <p:cNvPr id="1103" name="Google Shape;1103;p90: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04" name="Google Shape;1104;p90: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13" name="Shape 1113"/>
        <p:cNvGrpSpPr/>
        <p:nvPr/>
      </p:nvGrpSpPr>
      <p:grpSpPr>
        <a:xfrm>
          <a:off x="0" y="0"/>
          <a:ext cx="0" cy="0"/>
          <a:chOff x="0" y="0"/>
          <a:chExt cx="0" cy="0"/>
        </a:xfrm>
      </p:grpSpPr>
      <p:sp>
        <p:nvSpPr>
          <p:cNvPr id="1114" name="Google Shape;1114;p91: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15" name="Google Shape;1115;p9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22" name="Shape 1122"/>
        <p:cNvGrpSpPr/>
        <p:nvPr/>
      </p:nvGrpSpPr>
      <p:grpSpPr>
        <a:xfrm>
          <a:off x="0" y="0"/>
          <a:ext cx="0" cy="0"/>
          <a:chOff x="0" y="0"/>
          <a:chExt cx="0" cy="0"/>
        </a:xfrm>
      </p:grpSpPr>
      <p:sp>
        <p:nvSpPr>
          <p:cNvPr id="1123" name="Google Shape;1123;p92: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24" name="Google Shape;1124;p9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31" name="Shape 1131"/>
        <p:cNvGrpSpPr/>
        <p:nvPr/>
      </p:nvGrpSpPr>
      <p:grpSpPr>
        <a:xfrm>
          <a:off x="0" y="0"/>
          <a:ext cx="0" cy="0"/>
          <a:chOff x="0" y="0"/>
          <a:chExt cx="0" cy="0"/>
        </a:xfrm>
      </p:grpSpPr>
      <p:sp>
        <p:nvSpPr>
          <p:cNvPr id="1132" name="Google Shape;1132;p93: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33" name="Google Shape;1133;p9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40" name="Shape 1140"/>
        <p:cNvGrpSpPr/>
        <p:nvPr/>
      </p:nvGrpSpPr>
      <p:grpSpPr>
        <a:xfrm>
          <a:off x="0" y="0"/>
          <a:ext cx="0" cy="0"/>
          <a:chOff x="0" y="0"/>
          <a:chExt cx="0" cy="0"/>
        </a:xfrm>
      </p:grpSpPr>
      <p:sp>
        <p:nvSpPr>
          <p:cNvPr id="1141" name="Google Shape;1141;p94: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42" name="Google Shape;1142;p9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5" name="Shape 15"/>
        <p:cNvGrpSpPr/>
        <p:nvPr/>
      </p:nvGrpSpPr>
      <p:grpSpPr>
        <a:xfrm>
          <a:off x="0" y="0"/>
          <a:ext cx="0" cy="0"/>
          <a:chOff x="0" y="0"/>
          <a:chExt cx="0" cy="0"/>
        </a:xfrm>
      </p:grpSpPr>
      <p:sp>
        <p:nvSpPr>
          <p:cNvPr id="16" name="Google Shape;16;p96"/>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96"/>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9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9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9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1" name="Shape 21"/>
        <p:cNvGrpSpPr/>
        <p:nvPr/>
      </p:nvGrpSpPr>
      <p:grpSpPr>
        <a:xfrm>
          <a:off x="0" y="0"/>
          <a:ext cx="0" cy="0"/>
          <a:chOff x="0" y="0"/>
          <a:chExt cx="0" cy="0"/>
        </a:xfrm>
      </p:grpSpPr>
      <p:sp>
        <p:nvSpPr>
          <p:cNvPr id="22" name="Google Shape;22;p9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97"/>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24" name="Google Shape;24;p9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9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9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27" name="Shape 27"/>
        <p:cNvGrpSpPr/>
        <p:nvPr/>
      </p:nvGrpSpPr>
      <p:grpSpPr>
        <a:xfrm>
          <a:off x="0" y="0"/>
          <a:ext cx="0" cy="0"/>
          <a:chOff x="0" y="0"/>
          <a:chExt cx="0" cy="0"/>
        </a:xfrm>
      </p:grpSpPr>
      <p:sp>
        <p:nvSpPr>
          <p:cNvPr id="28" name="Google Shape;28;p9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9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9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31" name="Shape 31"/>
        <p:cNvGrpSpPr/>
        <p:nvPr/>
      </p:nvGrpSpPr>
      <p:grpSpPr>
        <a:xfrm>
          <a:off x="0" y="0"/>
          <a:ext cx="0" cy="0"/>
          <a:chOff x="0" y="0"/>
          <a:chExt cx="0" cy="0"/>
        </a:xfrm>
      </p:grpSpPr>
      <p:sp>
        <p:nvSpPr>
          <p:cNvPr id="32" name="Google Shape;32;p99"/>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panose="020F0502020204030204"/>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99"/>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p:txBody>
      </p:sp>
      <p:sp>
        <p:nvSpPr>
          <p:cNvPr id="34" name="Google Shape;34;p9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9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9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7" name="Shape 37"/>
        <p:cNvGrpSpPr/>
        <p:nvPr/>
      </p:nvGrpSpPr>
      <p:grpSpPr>
        <a:xfrm>
          <a:off x="0" y="0"/>
          <a:ext cx="0" cy="0"/>
          <a:chOff x="0" y="0"/>
          <a:chExt cx="0" cy="0"/>
        </a:xfrm>
      </p:grpSpPr>
      <p:sp>
        <p:nvSpPr>
          <p:cNvPr id="38" name="Google Shape;38;p100"/>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00"/>
          <p:cNvSpPr txBox="1"/>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40" name="Google Shape;40;p100"/>
          <p:cNvSpPr txBox="1"/>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41" name="Google Shape;41;p10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0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0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4" name="Shape 44"/>
        <p:cNvGrpSpPr/>
        <p:nvPr/>
      </p:nvGrpSpPr>
      <p:grpSpPr>
        <a:xfrm>
          <a:off x="0" y="0"/>
          <a:ext cx="0" cy="0"/>
          <a:chOff x="0" y="0"/>
          <a:chExt cx="0" cy="0"/>
        </a:xfrm>
      </p:grpSpPr>
      <p:sp>
        <p:nvSpPr>
          <p:cNvPr id="45" name="Google Shape;45;p10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panose="020F050202020403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101"/>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7" name="Google Shape;47;p101"/>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8" name="Google Shape;48;p101"/>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9" name="Google Shape;49;p101"/>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50" name="Google Shape;50;p10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0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0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53" name="Shape 53"/>
        <p:cNvGrpSpPr/>
        <p:nvPr/>
      </p:nvGrpSpPr>
      <p:grpSpPr>
        <a:xfrm>
          <a:off x="0" y="0"/>
          <a:ext cx="0" cy="0"/>
          <a:chOff x="0" y="0"/>
          <a:chExt cx="0" cy="0"/>
        </a:xfrm>
      </p:grpSpPr>
      <p:sp>
        <p:nvSpPr>
          <p:cNvPr id="54" name="Google Shape;54;p102"/>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0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0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0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8" name="Shape 58"/>
        <p:cNvGrpSpPr/>
        <p:nvPr/>
      </p:nvGrpSpPr>
      <p:grpSpPr>
        <a:xfrm>
          <a:off x="0" y="0"/>
          <a:ext cx="0" cy="0"/>
          <a:chOff x="0" y="0"/>
          <a:chExt cx="0" cy="0"/>
        </a:xfrm>
      </p:grpSpPr>
      <p:sp>
        <p:nvSpPr>
          <p:cNvPr id="59" name="Google Shape;59;p103"/>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03"/>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p:txBody>
      </p:sp>
      <p:sp>
        <p:nvSpPr>
          <p:cNvPr id="61" name="Google Shape;61;p103"/>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62" name="Google Shape;62;p10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0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0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5" name="Shape 65"/>
        <p:cNvGrpSpPr/>
        <p:nvPr/>
      </p:nvGrpSpPr>
      <p:grpSpPr>
        <a:xfrm>
          <a:off x="0" y="0"/>
          <a:ext cx="0" cy="0"/>
          <a:chOff x="0" y="0"/>
          <a:chExt cx="0" cy="0"/>
        </a:xfrm>
      </p:grpSpPr>
      <p:sp>
        <p:nvSpPr>
          <p:cNvPr id="66" name="Google Shape;66;p104"/>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4"/>
          <p:cNvSpPr/>
          <p:nvPr>
            <p:ph type="pic" idx="2"/>
          </p:nvPr>
        </p:nvSpPr>
        <p:spPr>
          <a:xfrm>
            <a:off x="1792288" y="612775"/>
            <a:ext cx="5486400" cy="4114800"/>
          </a:xfrm>
          <a:prstGeom prst="rect">
            <a:avLst/>
          </a:prstGeom>
          <a:noFill/>
          <a:ln>
            <a:noFill/>
          </a:ln>
        </p:spPr>
      </p:sp>
      <p:sp>
        <p:nvSpPr>
          <p:cNvPr id="68" name="Google Shape;68;p104"/>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69" name="Google Shape;69;p10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72" name="Shape 72"/>
        <p:cNvGrpSpPr/>
        <p:nvPr/>
      </p:nvGrpSpPr>
      <p:grpSpPr>
        <a:xfrm>
          <a:off x="0" y="0"/>
          <a:ext cx="0" cy="0"/>
          <a:chOff x="0" y="0"/>
          <a:chExt cx="0" cy="0"/>
        </a:xfrm>
      </p:grpSpPr>
      <p:sp>
        <p:nvSpPr>
          <p:cNvPr id="73" name="Google Shape;73;p105"/>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05"/>
          <p:cNvSpPr txBox="1"/>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5" name="Google Shape;75;p10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0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0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8" name="Shape 78"/>
        <p:cNvGrpSpPr/>
        <p:nvPr/>
      </p:nvGrpSpPr>
      <p:grpSpPr>
        <a:xfrm>
          <a:off x="0" y="0"/>
          <a:ext cx="0" cy="0"/>
          <a:chOff x="0" y="0"/>
          <a:chExt cx="0" cy="0"/>
        </a:xfrm>
      </p:grpSpPr>
      <p:sp>
        <p:nvSpPr>
          <p:cNvPr id="79" name="Google Shape;79;p106"/>
          <p:cNvSpPr txBox="1"/>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06"/>
          <p:cNvSpPr txBox="1"/>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81" name="Google Shape;81;p10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0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0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 name="Shape 9"/>
        <p:cNvGrpSpPr/>
        <p:nvPr/>
      </p:nvGrpSpPr>
      <p:grpSpPr>
        <a:xfrm>
          <a:off x="0" y="0"/>
          <a:ext cx="0" cy="0"/>
          <a:chOff x="0" y="0"/>
          <a:chExt cx="0" cy="0"/>
        </a:xfrm>
      </p:grpSpPr>
      <p:sp>
        <p:nvSpPr>
          <p:cNvPr id="10" name="Google Shape;10;p95"/>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95"/>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9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9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9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image" Target="../media/image3.png"/><Relationship Id="rId3" Type="http://schemas.openxmlformats.org/officeDocument/2006/relationships/customXml" Target="../ink/ink2.xml"/><Relationship Id="rId2" Type="http://schemas.openxmlformats.org/officeDocument/2006/relationships/image" Target="../media/image2.png"/><Relationship Id="rId1" Type="http://schemas.openxmlformats.org/officeDocument/2006/relationships/customXml" Target="../ink/ink1.xml"/></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7.png"/><Relationship Id="rId7" Type="http://schemas.openxmlformats.org/officeDocument/2006/relationships/customXml" Target="../ink/ink6.xml"/><Relationship Id="rId6" Type="http://schemas.openxmlformats.org/officeDocument/2006/relationships/image" Target="../media/image6.png"/><Relationship Id="rId5" Type="http://schemas.openxmlformats.org/officeDocument/2006/relationships/customXml" Target="../ink/ink5.xml"/><Relationship Id="rId4" Type="http://schemas.openxmlformats.org/officeDocument/2006/relationships/image" Target="../media/image5.png"/><Relationship Id="rId3" Type="http://schemas.openxmlformats.org/officeDocument/2006/relationships/customXml" Target="../ink/ink4.xml"/><Relationship Id="rId2" Type="http://schemas.openxmlformats.org/officeDocument/2006/relationships/image" Target="../media/image4.png"/><Relationship Id="rId10" Type="http://schemas.openxmlformats.org/officeDocument/2006/relationships/notesSlide" Target="../notesSlides/notesSlide11.xml"/><Relationship Id="rId1" Type="http://schemas.openxmlformats.org/officeDocument/2006/relationships/customXml" Target="../ink/ink3.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customXml" Target="../ink/ink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48.xml.rels><?xml version="1.0" encoding="UTF-8" standalone="yes"?>
<Relationships xmlns="http://schemas.openxmlformats.org/package/2006/relationships"><Relationship Id="rId5" Type="http://schemas.openxmlformats.org/officeDocument/2006/relationships/notesSlide" Target="../notesSlides/notesSlide48.xml"/><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image" Target="../media/image28.jpe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image" Target="../media/image29.jpe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image" Target="../media/image30.jpe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image" Target="../media/image31.jpe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59.xml.rels><?xml version="1.0" encoding="UTF-8" standalone="yes"?>
<Relationships xmlns="http://schemas.openxmlformats.org/package/2006/relationships"><Relationship Id="rId4" Type="http://schemas.openxmlformats.org/officeDocument/2006/relationships/notesSlide" Target="../notesSlides/notesSlide59.xml"/><Relationship Id="rId3" Type="http://schemas.openxmlformats.org/officeDocument/2006/relationships/slideLayout" Target="../slideLayouts/slideLayout2.xml"/><Relationship Id="rId2" Type="http://schemas.openxmlformats.org/officeDocument/2006/relationships/image" Target="../media/image34.png"/><Relationship Id="rId1" Type="http://schemas.openxmlformats.org/officeDocument/2006/relationships/image" Target="../media/image33.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image" Target="../media/image36.jpeg"/></Relationships>
</file>

<file path=ppt/slides/_rels/slide63.xml.rels><?xml version="1.0" encoding="UTF-8" standalone="yes"?>
<Relationships xmlns="http://schemas.openxmlformats.org/package/2006/relationships"><Relationship Id="rId4" Type="http://schemas.openxmlformats.org/officeDocument/2006/relationships/notesSlide" Target="../notesSlides/notesSlide63.xml"/><Relationship Id="rId3" Type="http://schemas.openxmlformats.org/officeDocument/2006/relationships/slideLayout" Target="../slideLayouts/slideLayout2.xml"/><Relationship Id="rId2" Type="http://schemas.openxmlformats.org/officeDocument/2006/relationships/image" Target="../media/image38.jpeg"/><Relationship Id="rId1" Type="http://schemas.openxmlformats.org/officeDocument/2006/relationships/image" Target="../media/image37.jpe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xml"/><Relationship Id="rId1" Type="http://schemas.openxmlformats.org/officeDocument/2006/relationships/image" Target="../media/image39.jpe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xml"/><Relationship Id="rId1" Type="http://schemas.openxmlformats.org/officeDocument/2006/relationships/image" Target="../media/image40.jpe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2.xml"/><Relationship Id="rId1" Type="http://schemas.openxmlformats.org/officeDocument/2006/relationships/image" Target="../media/image41.jpe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2.xml"/><Relationship Id="rId1" Type="http://schemas.openxmlformats.org/officeDocument/2006/relationships/image" Target="../media/image43.jpe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2.xml"/><Relationship Id="rId1" Type="http://schemas.openxmlformats.org/officeDocument/2006/relationships/image" Target="../media/image45.jpe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2.xml"/><Relationship Id="rId1" Type="http://schemas.openxmlformats.org/officeDocument/2006/relationships/image" Target="../media/image50.jpe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5" Type="http://schemas.openxmlformats.org/officeDocument/2006/relationships/notesSlide" Target="../notesSlides/notesSlide84.xml"/><Relationship Id="rId4" Type="http://schemas.openxmlformats.org/officeDocument/2006/relationships/slideLayout" Target="../slideLayouts/slideLayout3.xml"/><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image" Target="../media/image51.jpeg"/></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4" Type="http://schemas.openxmlformats.org/officeDocument/2006/relationships/notesSlide" Target="../notesSlides/notesSlide86.xml"/><Relationship Id="rId3" Type="http://schemas.openxmlformats.org/officeDocument/2006/relationships/slideLayout" Target="../slideLayouts/slideLayout2.xml"/><Relationship Id="rId2" Type="http://schemas.openxmlformats.org/officeDocument/2006/relationships/image" Target="../media/image55.png"/><Relationship Id="rId1" Type="http://schemas.openxmlformats.org/officeDocument/2006/relationships/image" Target="../media/image54.png"/></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2.xml"/><Relationship Id="rId1" Type="http://schemas.openxmlformats.org/officeDocument/2006/relationships/image" Target="../media/image56.png"/></Relationships>
</file>

<file path=ppt/slides/_rels/slide88.xml.rels><?xml version="1.0" encoding="UTF-8" standalone="yes"?>
<Relationships xmlns="http://schemas.openxmlformats.org/package/2006/relationships"><Relationship Id="rId5" Type="http://schemas.openxmlformats.org/officeDocument/2006/relationships/notesSlide" Target="../notesSlides/notesSlide88.xml"/><Relationship Id="rId4" Type="http://schemas.openxmlformats.org/officeDocument/2006/relationships/slideLayout" Target="../slideLayouts/slideLayout2.xml"/><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image" Target="../media/image57.png"/></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2.xml"/><Relationship Id="rId1" Type="http://schemas.openxmlformats.org/officeDocument/2006/relationships/image" Target="../media/image60.png"/></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2.xml"/><Relationship Id="rId1" Type="http://schemas.openxmlformats.org/officeDocument/2006/relationships/image" Target="../media/image61.png"/></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2.xml"/><Relationship Id="rId1" Type="http://schemas.openxmlformats.org/officeDocument/2006/relationships/image" Target="../media/image62.png"/></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92.xml"/><Relationship Id="rId2" Type="http://schemas.openxmlformats.org/officeDocument/2006/relationships/slideLayout" Target="../slideLayouts/slideLayout2.xml"/><Relationship Id="rId1" Type="http://schemas.openxmlformats.org/officeDocument/2006/relationships/image" Target="../media/image6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87" name="Shape 87"/>
        <p:cNvGrpSpPr/>
        <p:nvPr/>
      </p:nvGrpSpPr>
      <p:grpSpPr>
        <a:xfrm>
          <a:off x="0" y="0"/>
          <a:ext cx="0" cy="0"/>
          <a:chOff x="0" y="0"/>
          <a:chExt cx="0" cy="0"/>
        </a:xfrm>
      </p:grpSpPr>
      <p:sp>
        <p:nvSpPr>
          <p:cNvPr id="88" name="Google Shape;88;p1"/>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imes New Roman" panose="02020603050405020304"/>
              <a:buNone/>
            </a:pPr>
            <a:r>
              <a:rPr lang="en-US" sz="5400" b="1">
                <a:latin typeface="Times New Roman" panose="02020603050405020304"/>
                <a:ea typeface="Times New Roman" panose="02020603050405020304"/>
                <a:cs typeface="Times New Roman" panose="02020603050405020304"/>
                <a:sym typeface="Times New Roman" panose="02020603050405020304"/>
              </a:rPr>
              <a:t>Applied Mechanics </a:t>
            </a:r>
            <a:br>
              <a:rPr lang="en-US" sz="5400" b="1">
                <a:latin typeface="Times New Roman" panose="02020603050405020304"/>
                <a:ea typeface="Times New Roman" panose="02020603050405020304"/>
                <a:cs typeface="Times New Roman" panose="02020603050405020304"/>
                <a:sym typeface="Times New Roman" panose="02020603050405020304"/>
              </a:rPr>
            </a:br>
            <a:r>
              <a:rPr lang="en-US" b="1">
                <a:latin typeface="Times New Roman" panose="02020603050405020304"/>
                <a:ea typeface="Times New Roman" panose="02020603050405020304"/>
                <a:cs typeface="Times New Roman" panose="02020603050405020304"/>
                <a:sym typeface="Times New Roman" panose="02020603050405020304"/>
              </a:rPr>
              <a:t>Computer(I/II) </a:t>
            </a:r>
            <a:endParaRPr b="1">
              <a:latin typeface="Times New Roman" panose="02020603050405020304"/>
              <a:ea typeface="Times New Roman" panose="02020603050405020304"/>
              <a:cs typeface="Times New Roman" panose="02020603050405020304"/>
              <a:sym typeface="Times New Roman" panose="02020603050405020304"/>
            </a:endParaRPr>
          </a:p>
        </p:txBody>
      </p:sp>
      <p:sp>
        <p:nvSpPr>
          <p:cNvPr id="89" name="Google Shape;89;p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90" name="Google Shape;90;p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91" name="Google Shape;91;p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92" name="Google Shape;92;p1"/>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888888"/>
              </a:buClr>
              <a:buSzPts val="3200"/>
              <a:buNone/>
            </a:p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96" name="Shape 96"/>
        <p:cNvGrpSpPr/>
        <p:nvPr/>
      </p:nvGrpSpPr>
      <p:grpSpPr>
        <a:xfrm>
          <a:off x="0" y="0"/>
          <a:ext cx="0" cy="0"/>
          <a:chOff x="0" y="0"/>
          <a:chExt cx="0" cy="0"/>
        </a:xfrm>
      </p:grpSpPr>
      <p:sp>
        <p:nvSpPr>
          <p:cNvPr id="97" name="Google Shape;97;p2"/>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Chapter 1.Introduction</a:t>
            </a:r>
            <a:endParaRPr b="1">
              <a:latin typeface="Times New Roman" panose="02020603050405020304"/>
              <a:ea typeface="Times New Roman" panose="02020603050405020304"/>
              <a:cs typeface="Times New Roman" panose="02020603050405020304"/>
              <a:sym typeface="Times New Roman" panose="02020603050405020304"/>
            </a:endParaRPr>
          </a:p>
        </p:txBody>
      </p:sp>
      <p:sp>
        <p:nvSpPr>
          <p:cNvPr id="98" name="Google Shape;98;p2"/>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p>
        </p:txBody>
      </p:sp>
      <p:sp>
        <p:nvSpPr>
          <p:cNvPr id="99" name="Google Shape;99;p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100" name="Google Shape;100;p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101" name="Google Shape;101;p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05" name="Shape 105"/>
        <p:cNvGrpSpPr/>
        <p:nvPr/>
      </p:nvGrpSpPr>
      <p:grpSpPr>
        <a:xfrm>
          <a:off x="0" y="0"/>
          <a:ext cx="0" cy="0"/>
          <a:chOff x="0" y="0"/>
          <a:chExt cx="0" cy="0"/>
        </a:xfrm>
      </p:grpSpPr>
      <p:sp>
        <p:nvSpPr>
          <p:cNvPr id="106" name="Google Shape;106;p3"/>
          <p:cNvSpPr txBox="1"/>
          <p:nvPr>
            <p:ph type="title"/>
          </p:nvPr>
        </p:nvSpPr>
        <p:spPr>
          <a:xfrm>
            <a:off x="457200" y="274638"/>
            <a:ext cx="8382000" cy="1143000"/>
          </a:xfrm>
          <a:prstGeom prst="rect">
            <a:avLst/>
          </a:prstGeom>
          <a:noFill/>
          <a:ln>
            <a:noFill/>
          </a:ln>
        </p:spPr>
        <p:txBody>
          <a:bodyPr spcFirstLastPara="1" wrap="square" lIns="91425" tIns="45700" rIns="91425" bIns="45700" anchor="ctr" anchorCtr="0">
            <a:normAutofit fontScale="90000"/>
          </a:bodyPr>
          <a:lstStyle/>
          <a:p>
            <a:pPr marL="0" lvl="0" indent="0" algn="just" rtl="0">
              <a:spcBef>
                <a:spcPts val="0"/>
              </a:spcBef>
              <a:spcAft>
                <a:spcPts val="0"/>
              </a:spcAft>
              <a:buClr>
                <a:schemeClr val="dk1"/>
              </a:buClr>
              <a:buSzPct val="1000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1.1.Defination and Scope of Applied Mechanics</a:t>
            </a:r>
            <a:endParaRPr b="1">
              <a:latin typeface="Times New Roman" panose="02020603050405020304"/>
              <a:ea typeface="Times New Roman" panose="02020603050405020304"/>
              <a:cs typeface="Times New Roman" panose="02020603050405020304"/>
              <a:sym typeface="Times New Roman" panose="02020603050405020304"/>
            </a:endParaRPr>
          </a:p>
        </p:txBody>
      </p:sp>
      <p:sp>
        <p:nvSpPr>
          <p:cNvPr id="107" name="Google Shape;107;p3"/>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p>
        </p:txBody>
      </p:sp>
      <p:sp>
        <p:nvSpPr>
          <p:cNvPr id="108" name="Google Shape;108;p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109" name="Google Shape;109;p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110" name="Google Shape;110;p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14" name="Shape 114"/>
        <p:cNvGrpSpPr/>
        <p:nvPr/>
      </p:nvGrpSpPr>
      <p:grpSpPr>
        <a:xfrm>
          <a:off x="0" y="0"/>
          <a:ext cx="0" cy="0"/>
          <a:chOff x="0" y="0"/>
          <a:chExt cx="0" cy="0"/>
        </a:xfrm>
      </p:grpSpPr>
      <p:sp>
        <p:nvSpPr>
          <p:cNvPr id="115" name="Google Shape;115;p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7200"/>
              <a:buFont typeface="Times New Roman" panose="02020603050405020304"/>
              <a:buNone/>
            </a:pPr>
            <a:r>
              <a:rPr lang="en-US" sz="7200" b="1">
                <a:latin typeface="Times New Roman" panose="02020603050405020304"/>
                <a:ea typeface="Times New Roman" panose="02020603050405020304"/>
                <a:cs typeface="Times New Roman" panose="02020603050405020304"/>
                <a:sym typeface="Times New Roman" panose="02020603050405020304"/>
              </a:rPr>
              <a:t>Mechanics</a:t>
            </a:r>
            <a:endParaRPr sz="7200" b="1">
              <a:latin typeface="Times New Roman" panose="02020603050405020304"/>
              <a:ea typeface="Times New Roman" panose="02020603050405020304"/>
              <a:cs typeface="Times New Roman" panose="02020603050405020304"/>
              <a:sym typeface="Times New Roman" panose="02020603050405020304"/>
            </a:endParaRPr>
          </a:p>
        </p:txBody>
      </p:sp>
      <p:sp>
        <p:nvSpPr>
          <p:cNvPr id="116" name="Google Shape;116;p4"/>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a:bodyPr>
          <a:lstStyle/>
          <a:p>
            <a:pPr marL="342900" lvl="0" indent="-342900" algn="just" rtl="0">
              <a:spcBef>
                <a:spcPts val="0"/>
              </a:spcBef>
              <a:spcAft>
                <a:spcPts val="0"/>
              </a:spcAft>
              <a:buClr>
                <a:schemeClr val="dk1"/>
              </a:buClr>
              <a:buSzPct val="100000"/>
              <a:buChar char="•"/>
            </a:pPr>
            <a:r>
              <a:rPr lang="en-US" sz="4000">
                <a:latin typeface="Times New Roman" panose="02020603050405020304"/>
                <a:ea typeface="Times New Roman" panose="02020603050405020304"/>
                <a:cs typeface="Times New Roman" panose="02020603050405020304"/>
                <a:sym typeface="Times New Roman" panose="02020603050405020304"/>
              </a:rPr>
              <a:t>The branch of science which describe and predicts the condition of rest or motion of bodies under the action of  the forces.</a:t>
            </a:r>
            <a:endParaRPr sz="400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740"/>
              </a:spcBef>
              <a:spcAft>
                <a:spcPts val="0"/>
              </a:spcAft>
              <a:buClr>
                <a:schemeClr val="dk1"/>
              </a:buClr>
              <a:buSzPct val="100000"/>
              <a:buChar char="•"/>
            </a:pPr>
            <a:r>
              <a:rPr lang="en-US" sz="4000">
                <a:latin typeface="Times New Roman" panose="02020603050405020304"/>
                <a:ea typeface="Times New Roman" panose="02020603050405020304"/>
                <a:cs typeface="Times New Roman" panose="02020603050405020304"/>
                <a:sym typeface="Times New Roman" panose="02020603050405020304"/>
              </a:rPr>
              <a:t>Engineering mechanics applies the principle of mechanics to design, taking into account the effects of forces.</a:t>
            </a:r>
            <a:endParaRPr lang="en-US" sz="4000">
              <a:latin typeface="Times New Roman" panose="02020603050405020304"/>
              <a:ea typeface="Times New Roman" panose="02020603050405020304"/>
              <a:cs typeface="Times New Roman" panose="02020603050405020304"/>
              <a:sym typeface="Times New Roman" panose="02020603050405020304"/>
            </a:endParaRPr>
          </a:p>
        </p:txBody>
      </p:sp>
      <p:sp>
        <p:nvSpPr>
          <p:cNvPr id="117" name="Google Shape;117;p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118" name="Google Shape;118;p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19" name="Google Shape;119;p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23" name="Shape 123"/>
        <p:cNvGrpSpPr/>
        <p:nvPr/>
      </p:nvGrpSpPr>
      <p:grpSpPr>
        <a:xfrm>
          <a:off x="0" y="0"/>
          <a:ext cx="0" cy="0"/>
          <a:chOff x="0" y="0"/>
          <a:chExt cx="0" cy="0"/>
        </a:xfrm>
      </p:grpSpPr>
      <p:sp>
        <p:nvSpPr>
          <p:cNvPr id="124" name="Google Shape;124;p5"/>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p>
        </p:txBody>
      </p:sp>
      <p:grpSp>
        <p:nvGrpSpPr>
          <p:cNvPr id="125" name="Google Shape;125;p5"/>
          <p:cNvGrpSpPr/>
          <p:nvPr/>
        </p:nvGrpSpPr>
        <p:grpSpPr>
          <a:xfrm>
            <a:off x="228600" y="1624319"/>
            <a:ext cx="8915400" cy="3380199"/>
            <a:chOff x="0" y="1243319"/>
            <a:chExt cx="8915400" cy="3380199"/>
          </a:xfrm>
        </p:grpSpPr>
        <p:sp>
          <p:nvSpPr>
            <p:cNvPr id="126" name="Google Shape;126;p5"/>
            <p:cNvSpPr/>
            <p:nvPr/>
          </p:nvSpPr>
          <p:spPr>
            <a:xfrm>
              <a:off x="1834048" y="2531175"/>
              <a:ext cx="2510978" cy="589845"/>
            </a:xfrm>
            <a:custGeom>
              <a:avLst/>
              <a:gdLst/>
              <a:ahLst/>
              <a:cxnLst/>
              <a:rect l="l" t="t" r="r" b="b"/>
              <a:pathLst>
                <a:path w="3954" h="929" extrusionOk="0">
                  <a:moveTo>
                    <a:pt x="3954" y="0"/>
                  </a:moveTo>
                  <a:lnTo>
                    <a:pt x="3954" y="502"/>
                  </a:lnTo>
                  <a:lnTo>
                    <a:pt x="0" y="502"/>
                  </a:lnTo>
                  <a:lnTo>
                    <a:pt x="0" y="929"/>
                  </a:lnTo>
                </a:path>
              </a:pathLst>
            </a:custGeom>
            <a:noFill/>
            <a:ln w="25400" cap="flat" cmpd="sng">
              <a:solidFill>
                <a:srgbClr val="3E6695"/>
              </a:solidFill>
              <a:prstDash val="solid"/>
              <a:round/>
              <a:headEnd type="none" w="sm" len="sm"/>
              <a:tailEnd type="none" w="sm" len="sm"/>
            </a:ln>
          </p:spPr>
        </p:sp>
        <p:sp>
          <p:nvSpPr>
            <p:cNvPr id="127" name="Google Shape;127;p5"/>
            <p:cNvSpPr txBox="1"/>
            <p:nvPr/>
          </p:nvSpPr>
          <p:spPr>
            <a:xfrm>
              <a:off x="1834048" y="2531175"/>
              <a:ext cx="2510978" cy="58984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8" name="Google Shape;128;p5"/>
            <p:cNvSpPr/>
            <p:nvPr/>
          </p:nvSpPr>
          <p:spPr>
            <a:xfrm>
              <a:off x="4345027" y="2531175"/>
              <a:ext cx="819989" cy="589845"/>
            </a:xfrm>
            <a:custGeom>
              <a:avLst/>
              <a:gdLst/>
              <a:ahLst/>
              <a:cxnLst/>
              <a:rect l="l" t="t" r="r" b="b"/>
              <a:pathLst>
                <a:path w="1291" h="929" extrusionOk="0">
                  <a:moveTo>
                    <a:pt x="0" y="0"/>
                  </a:moveTo>
                  <a:lnTo>
                    <a:pt x="0" y="502"/>
                  </a:lnTo>
                  <a:lnTo>
                    <a:pt x="1291" y="502"/>
                  </a:lnTo>
                  <a:lnTo>
                    <a:pt x="1291" y="929"/>
                  </a:lnTo>
                </a:path>
              </a:pathLst>
            </a:custGeom>
            <a:noFill/>
            <a:ln w="25400" cap="flat" cmpd="sng">
              <a:solidFill>
                <a:srgbClr val="3E6695"/>
              </a:solidFill>
              <a:prstDash val="solid"/>
              <a:round/>
              <a:headEnd type="none" w="sm" len="sm"/>
              <a:tailEnd type="none" w="sm" len="sm"/>
            </a:ln>
          </p:spPr>
        </p:sp>
        <p:sp>
          <p:nvSpPr>
            <p:cNvPr id="129" name="Google Shape;129;p5"/>
            <p:cNvSpPr txBox="1"/>
            <p:nvPr/>
          </p:nvSpPr>
          <p:spPr>
            <a:xfrm>
              <a:off x="4345027" y="2531175"/>
              <a:ext cx="819989" cy="58984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 name="Google Shape;130;p5"/>
            <p:cNvSpPr/>
            <p:nvPr/>
          </p:nvSpPr>
          <p:spPr>
            <a:xfrm>
              <a:off x="4345027" y="2531175"/>
              <a:ext cx="3330967" cy="590408"/>
            </a:xfrm>
            <a:custGeom>
              <a:avLst/>
              <a:gdLst/>
              <a:ahLst/>
              <a:cxnLst/>
              <a:rect l="l" t="t" r="r" b="b"/>
              <a:pathLst>
                <a:path w="5246" h="930" extrusionOk="0">
                  <a:moveTo>
                    <a:pt x="0" y="0"/>
                  </a:moveTo>
                  <a:lnTo>
                    <a:pt x="0" y="503"/>
                  </a:lnTo>
                  <a:lnTo>
                    <a:pt x="5246" y="503"/>
                  </a:lnTo>
                  <a:lnTo>
                    <a:pt x="5246" y="930"/>
                  </a:lnTo>
                </a:path>
              </a:pathLst>
            </a:custGeom>
            <a:noFill/>
            <a:ln w="25400" cap="flat" cmpd="sng">
              <a:solidFill>
                <a:srgbClr val="3E6695"/>
              </a:solidFill>
              <a:prstDash val="solid"/>
              <a:round/>
              <a:headEnd type="none" w="sm" len="sm"/>
              <a:tailEnd type="none" w="sm" len="sm"/>
            </a:ln>
          </p:spPr>
        </p:sp>
        <p:sp>
          <p:nvSpPr>
            <p:cNvPr id="131" name="Google Shape;131;p5"/>
            <p:cNvSpPr txBox="1"/>
            <p:nvPr/>
          </p:nvSpPr>
          <p:spPr>
            <a:xfrm>
              <a:off x="4345027" y="2531175"/>
              <a:ext cx="3330967" cy="59040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 name="Google Shape;132;p5"/>
            <p:cNvSpPr/>
            <p:nvPr/>
          </p:nvSpPr>
          <p:spPr>
            <a:xfrm>
              <a:off x="1749176" y="1243319"/>
              <a:ext cx="5191701" cy="1287856"/>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 name="Google Shape;133;p5"/>
            <p:cNvSpPr txBox="1"/>
            <p:nvPr/>
          </p:nvSpPr>
          <p:spPr>
            <a:xfrm>
              <a:off x="1749176" y="1243319"/>
              <a:ext cx="5191701" cy="128785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 name="Google Shape;134;p5"/>
            <p:cNvSpPr/>
            <p:nvPr/>
          </p:nvSpPr>
          <p:spPr>
            <a:xfrm>
              <a:off x="1974523" y="1457398"/>
              <a:ext cx="5191701" cy="1287856"/>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 name="Google Shape;135;p5"/>
            <p:cNvSpPr txBox="1"/>
            <p:nvPr/>
          </p:nvSpPr>
          <p:spPr>
            <a:xfrm>
              <a:off x="1974523" y="1457398"/>
              <a:ext cx="5191701" cy="1287856"/>
            </a:xfrm>
            <a:prstGeom prst="rect">
              <a:avLst/>
            </a:prstGeom>
            <a:noFill/>
            <a:ln>
              <a:noFill/>
            </a:ln>
          </p:spPr>
          <p:txBody>
            <a:bodyPr spcFirstLastPara="1" wrap="square" lIns="106675" tIns="106675" rIns="106675" bIns="106675" anchor="ctr" anchorCtr="0">
              <a:noAutofit/>
            </a:bodyPr>
            <a:lstStyle/>
            <a:p>
              <a:pPr marL="0" marR="0" lvl="0" indent="0" algn="ctr" rtl="0">
                <a:lnSpc>
                  <a:spcPct val="100000"/>
                </a:lnSpc>
                <a:spcBef>
                  <a:spcPts val="0"/>
                </a:spcBef>
                <a:spcAft>
                  <a:spcPts val="0"/>
                </a:spcAft>
                <a:buNone/>
              </a:pPr>
              <a:r>
                <a:rPr lang="en-US"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Classification of Mechanics</a:t>
              </a:r>
              <a:endParaRPr sz="65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6" name="Google Shape;136;p5"/>
            <p:cNvSpPr/>
            <p:nvPr/>
          </p:nvSpPr>
          <p:spPr>
            <a:xfrm>
              <a:off x="0" y="3121019"/>
              <a:ext cx="3668097" cy="1287856"/>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 name="Google Shape;137;p5"/>
            <p:cNvSpPr txBox="1"/>
            <p:nvPr/>
          </p:nvSpPr>
          <p:spPr>
            <a:xfrm>
              <a:off x="0" y="3121019"/>
              <a:ext cx="3668097" cy="128785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 name="Google Shape;138;p5"/>
            <p:cNvSpPr/>
            <p:nvPr/>
          </p:nvSpPr>
          <p:spPr>
            <a:xfrm>
              <a:off x="225347" y="3335099"/>
              <a:ext cx="3668097" cy="1287856"/>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 name="Google Shape;139;p5"/>
            <p:cNvSpPr txBox="1"/>
            <p:nvPr/>
          </p:nvSpPr>
          <p:spPr>
            <a:xfrm>
              <a:off x="225347" y="3335099"/>
              <a:ext cx="3668097" cy="1287856"/>
            </a:xfrm>
            <a:prstGeom prst="rect">
              <a:avLst/>
            </a:prstGeom>
            <a:noFill/>
            <a:ln>
              <a:noFill/>
            </a:ln>
          </p:spPr>
          <p:txBody>
            <a:bodyPr spcFirstLastPara="1" wrap="square" lIns="106675" tIns="106675" rIns="106675" bIns="106675" anchor="ctr" anchorCtr="0">
              <a:noAutofit/>
            </a:bodyPr>
            <a:lstStyle/>
            <a:p>
              <a:pPr marL="0" marR="0" lvl="0" indent="0" algn="ctr" rtl="0">
                <a:lnSpc>
                  <a:spcPct val="100000"/>
                </a:lnSpc>
                <a:spcBef>
                  <a:spcPts val="0"/>
                </a:spcBef>
                <a:spcAft>
                  <a:spcPts val="0"/>
                </a:spcAft>
                <a:buNone/>
              </a:pPr>
              <a:r>
                <a:rPr lang="en-US"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1.Engineering Mechanics(Newtonian Mechanics)</a:t>
              </a:r>
              <a:endParaRPr sz="65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40" name="Google Shape;140;p5"/>
            <p:cNvSpPr/>
            <p:nvPr/>
          </p:nvSpPr>
          <p:spPr>
            <a:xfrm>
              <a:off x="4118790" y="3121019"/>
              <a:ext cx="2092451" cy="1287856"/>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 name="Google Shape;141;p5"/>
            <p:cNvSpPr txBox="1"/>
            <p:nvPr/>
          </p:nvSpPr>
          <p:spPr>
            <a:xfrm>
              <a:off x="4118790" y="3121019"/>
              <a:ext cx="2092451" cy="128785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 name="Google Shape;142;p5"/>
            <p:cNvSpPr/>
            <p:nvPr/>
          </p:nvSpPr>
          <p:spPr>
            <a:xfrm>
              <a:off x="4344137" y="3335099"/>
              <a:ext cx="2092451" cy="1287856"/>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 name="Google Shape;143;p5"/>
            <p:cNvSpPr txBox="1"/>
            <p:nvPr/>
          </p:nvSpPr>
          <p:spPr>
            <a:xfrm>
              <a:off x="4344137" y="3335099"/>
              <a:ext cx="2092451" cy="1287856"/>
            </a:xfrm>
            <a:prstGeom prst="rect">
              <a:avLst/>
            </a:prstGeom>
            <a:noFill/>
            <a:ln>
              <a:noFill/>
            </a:ln>
          </p:spPr>
          <p:txBody>
            <a:bodyPr spcFirstLastPara="1" wrap="square" lIns="106675" tIns="106675" rIns="106675" bIns="106675" anchor="ctr" anchorCtr="0">
              <a:noAutofit/>
            </a:bodyPr>
            <a:lstStyle/>
            <a:p>
              <a:pPr marL="0" marR="0" lvl="0" indent="0" algn="ctr" rtl="0">
                <a:lnSpc>
                  <a:spcPct val="100000"/>
                </a:lnSpc>
                <a:spcBef>
                  <a:spcPts val="0"/>
                </a:spcBef>
                <a:spcAft>
                  <a:spcPts val="0"/>
                </a:spcAft>
                <a:buNone/>
              </a:pPr>
              <a:r>
                <a:rPr lang="en-US"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Relativistic</a:t>
              </a:r>
              <a:r>
                <a:rPr lang="en-US"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Mechanics</a:t>
              </a:r>
              <a:endParaRPr sz="65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44" name="Google Shape;144;p5"/>
            <p:cNvSpPr/>
            <p:nvPr/>
          </p:nvSpPr>
          <p:spPr>
            <a:xfrm>
              <a:off x="6661934" y="3121583"/>
              <a:ext cx="2028119" cy="1287856"/>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 name="Google Shape;145;p5"/>
            <p:cNvSpPr txBox="1"/>
            <p:nvPr/>
          </p:nvSpPr>
          <p:spPr>
            <a:xfrm>
              <a:off x="6661934" y="3121583"/>
              <a:ext cx="2028119" cy="128785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 name="Google Shape;146;p5"/>
            <p:cNvSpPr/>
            <p:nvPr/>
          </p:nvSpPr>
          <p:spPr>
            <a:xfrm>
              <a:off x="6887281" y="3335662"/>
              <a:ext cx="2028119" cy="1287856"/>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 name="Google Shape;147;p5"/>
            <p:cNvSpPr txBox="1"/>
            <p:nvPr/>
          </p:nvSpPr>
          <p:spPr>
            <a:xfrm>
              <a:off x="6887281" y="3335662"/>
              <a:ext cx="2028119" cy="1287856"/>
            </a:xfrm>
            <a:prstGeom prst="rect">
              <a:avLst/>
            </a:prstGeom>
            <a:noFill/>
            <a:ln>
              <a:noFill/>
            </a:ln>
          </p:spPr>
          <p:txBody>
            <a:bodyPr spcFirstLastPara="1" wrap="square" lIns="106675" tIns="106675" rIns="106675" bIns="106675" anchor="ctr" anchorCtr="0">
              <a:noAutofit/>
            </a:bodyPr>
            <a:lstStyle/>
            <a:p>
              <a:pPr marL="0" marR="0" lvl="0" indent="0" algn="ctr" rtl="0">
                <a:lnSpc>
                  <a:spcPct val="100000"/>
                </a:lnSpc>
                <a:spcBef>
                  <a:spcPts val="0"/>
                </a:spcBef>
                <a:spcAft>
                  <a:spcPts val="0"/>
                </a:spcAft>
                <a:buNone/>
              </a:pPr>
              <a:r>
                <a:rPr lang="en-US"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3.Quantum Mechanics</a:t>
              </a:r>
              <a:endParaRPr sz="65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148" name="Google Shape;148;p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149" name="Google Shape;149;p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150" name="Google Shape;150;p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54" name="Shape 154"/>
        <p:cNvGrpSpPr/>
        <p:nvPr/>
      </p:nvGrpSpPr>
      <p:grpSpPr>
        <a:xfrm>
          <a:off x="0" y="0"/>
          <a:ext cx="0" cy="0"/>
          <a:chOff x="0" y="0"/>
          <a:chExt cx="0" cy="0"/>
        </a:xfrm>
      </p:grpSpPr>
      <p:sp>
        <p:nvSpPr>
          <p:cNvPr id="155" name="Google Shape;155;p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p>
        </p:txBody>
      </p:sp>
      <p:sp>
        <p:nvSpPr>
          <p:cNvPr id="156" name="Google Shape;156;p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157" name="Google Shape;157;p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158" name="Google Shape;158;p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59" name="Google Shape;159;p6"/>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p>
        </p:txBody>
      </p:sp>
      <p:pic>
        <p:nvPicPr>
          <p:cNvPr id="160" name="Google Shape;160;p6"/>
          <p:cNvPicPr preferRelativeResize="0"/>
          <p:nvPr/>
        </p:nvPicPr>
        <p:blipFill rotWithShape="1">
          <a:blip r:embed="rId1"/>
          <a:srcRect/>
          <a:stretch>
            <a:fillRect/>
          </a:stretch>
        </p:blipFill>
        <p:spPr>
          <a:xfrm>
            <a:off x="114300" y="274638"/>
            <a:ext cx="8915400" cy="587651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64" name="Shape 164"/>
        <p:cNvGrpSpPr/>
        <p:nvPr/>
      </p:nvGrpSpPr>
      <p:grpSpPr>
        <a:xfrm>
          <a:off x="0" y="0"/>
          <a:ext cx="0" cy="0"/>
          <a:chOff x="0" y="0"/>
          <a:chExt cx="0" cy="0"/>
        </a:xfrm>
      </p:grpSpPr>
      <p:sp>
        <p:nvSpPr>
          <p:cNvPr id="165" name="Google Shape;165;p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6600"/>
              <a:buFont typeface="Times New Roman" panose="02020603050405020304"/>
              <a:buNone/>
            </a:pPr>
            <a:r>
              <a:rPr lang="en-US" sz="6600" b="1">
                <a:latin typeface="Times New Roman" panose="02020603050405020304"/>
                <a:ea typeface="Times New Roman" panose="02020603050405020304"/>
                <a:cs typeface="Times New Roman" panose="02020603050405020304"/>
                <a:sym typeface="Times New Roman" panose="02020603050405020304"/>
              </a:rPr>
              <a:t>Applied Mechanics</a:t>
            </a:r>
            <a:endParaRPr sz="6600" b="1">
              <a:latin typeface="Times New Roman" panose="02020603050405020304"/>
              <a:ea typeface="Times New Roman" panose="02020603050405020304"/>
              <a:cs typeface="Times New Roman" panose="02020603050405020304"/>
              <a:sym typeface="Times New Roman" panose="02020603050405020304"/>
            </a:endParaRPr>
          </a:p>
        </p:txBody>
      </p:sp>
      <p:sp>
        <p:nvSpPr>
          <p:cNvPr id="166" name="Google Shape;166;p7"/>
          <p:cNvSpPr txBox="1"/>
          <p:nvPr>
            <p:ph type="body" idx="1"/>
          </p:nvPr>
        </p:nvSpPr>
        <p:spPr>
          <a:xfrm>
            <a:off x="152400" y="1600200"/>
            <a:ext cx="8839200" cy="47244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4400"/>
              <a:buChar char="•"/>
            </a:pPr>
            <a:r>
              <a:rPr lang="en-US" sz="4400">
                <a:latin typeface="Times New Roman" panose="02020603050405020304"/>
                <a:ea typeface="Times New Roman" panose="02020603050405020304"/>
                <a:cs typeface="Times New Roman" panose="02020603050405020304"/>
                <a:sym typeface="Times New Roman" panose="02020603050405020304"/>
              </a:rPr>
              <a:t>Applied mechanics also known as engineering mechanics.</a:t>
            </a:r>
            <a:endParaRPr sz="440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880"/>
              </a:spcBef>
              <a:spcAft>
                <a:spcPts val="0"/>
              </a:spcAft>
              <a:buClr>
                <a:schemeClr val="dk1"/>
              </a:buClr>
              <a:buSzPts val="4400"/>
              <a:buChar char="•"/>
            </a:pPr>
            <a:r>
              <a:rPr lang="en-US" sz="4400">
                <a:latin typeface="Times New Roman" panose="02020603050405020304"/>
                <a:ea typeface="Times New Roman" panose="02020603050405020304"/>
                <a:cs typeface="Times New Roman" panose="02020603050405020304"/>
                <a:sym typeface="Times New Roman" panose="02020603050405020304"/>
              </a:rPr>
              <a:t> is the branch of engineering which deals with the laws of mechanics as applied to the solution of engineering problems. </a:t>
            </a:r>
            <a:endParaRPr sz="4400">
              <a:latin typeface="Times New Roman" panose="02020603050405020304"/>
              <a:ea typeface="Times New Roman" panose="02020603050405020304"/>
              <a:cs typeface="Times New Roman" panose="02020603050405020304"/>
              <a:sym typeface="Times New Roman" panose="02020603050405020304"/>
            </a:endParaRPr>
          </a:p>
        </p:txBody>
      </p:sp>
      <p:sp>
        <p:nvSpPr>
          <p:cNvPr id="167" name="Google Shape;167;p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168" name="Google Shape;168;p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69" name="Google Shape;169;p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73" name="Shape 173"/>
        <p:cNvGrpSpPr/>
        <p:nvPr/>
      </p:nvGrpSpPr>
      <p:grpSpPr>
        <a:xfrm>
          <a:off x="0" y="0"/>
          <a:ext cx="0" cy="0"/>
          <a:chOff x="0" y="0"/>
          <a:chExt cx="0" cy="0"/>
        </a:xfrm>
      </p:grpSpPr>
      <p:sp>
        <p:nvSpPr>
          <p:cNvPr id="174" name="Google Shape;174;p8"/>
          <p:cNvSpPr txBox="1"/>
          <p:nvPr>
            <p:ph type="title"/>
          </p:nvPr>
        </p:nvSpPr>
        <p:spPr>
          <a:xfrm>
            <a:off x="0" y="274638"/>
            <a:ext cx="91440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800"/>
              <a:buFont typeface="Times New Roman" panose="02020603050405020304"/>
              <a:buNone/>
            </a:pPr>
            <a:r>
              <a:rPr lang="en-US" sz="4800" b="1">
                <a:latin typeface="Times New Roman" panose="02020603050405020304"/>
                <a:ea typeface="Times New Roman" panose="02020603050405020304"/>
                <a:cs typeface="Times New Roman" panose="02020603050405020304"/>
                <a:sym typeface="Times New Roman" panose="02020603050405020304"/>
              </a:rPr>
              <a:t>Branch of applied mechanics</a:t>
            </a:r>
            <a:endParaRPr sz="4800" b="1">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75" name="Google Shape;175;p8"/>
          <p:cNvGrpSpPr/>
          <p:nvPr/>
        </p:nvGrpSpPr>
        <p:grpSpPr>
          <a:xfrm>
            <a:off x="304800" y="1518851"/>
            <a:ext cx="8839200" cy="4810898"/>
            <a:chOff x="0" y="223451"/>
            <a:chExt cx="8839200" cy="4810898"/>
          </a:xfrm>
        </p:grpSpPr>
        <p:sp>
          <p:nvSpPr>
            <p:cNvPr id="176" name="Google Shape;176;p8"/>
            <p:cNvSpPr/>
            <p:nvPr/>
          </p:nvSpPr>
          <p:spPr>
            <a:xfrm>
              <a:off x="1647778" y="1130349"/>
              <a:ext cx="2163891" cy="415364"/>
            </a:xfrm>
            <a:custGeom>
              <a:avLst/>
              <a:gdLst/>
              <a:ahLst/>
              <a:cxnLst/>
              <a:rect l="l" t="t" r="r" b="b"/>
              <a:pathLst>
                <a:path w="3408" h="654" extrusionOk="0">
                  <a:moveTo>
                    <a:pt x="3408" y="0"/>
                  </a:moveTo>
                  <a:lnTo>
                    <a:pt x="3408" y="249"/>
                  </a:lnTo>
                  <a:lnTo>
                    <a:pt x="0" y="249"/>
                  </a:lnTo>
                  <a:lnTo>
                    <a:pt x="0" y="654"/>
                  </a:lnTo>
                </a:path>
              </a:pathLst>
            </a:custGeom>
            <a:noFill/>
            <a:ln w="25400" cap="flat" cmpd="sng">
              <a:solidFill>
                <a:srgbClr val="3E6695"/>
              </a:solidFill>
              <a:prstDash val="solid"/>
              <a:round/>
              <a:headEnd type="none" w="sm" len="sm"/>
              <a:tailEnd type="none" w="sm" len="sm"/>
            </a:ln>
          </p:spPr>
        </p:sp>
        <p:sp>
          <p:nvSpPr>
            <p:cNvPr id="177" name="Google Shape;177;p8"/>
            <p:cNvSpPr txBox="1"/>
            <p:nvPr/>
          </p:nvSpPr>
          <p:spPr>
            <a:xfrm>
              <a:off x="1647778" y="1130349"/>
              <a:ext cx="2163891" cy="41536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 name="Google Shape;178;p8"/>
            <p:cNvSpPr/>
            <p:nvPr/>
          </p:nvSpPr>
          <p:spPr>
            <a:xfrm>
              <a:off x="3811669" y="1130349"/>
              <a:ext cx="1806466" cy="415364"/>
            </a:xfrm>
            <a:custGeom>
              <a:avLst/>
              <a:gdLst/>
              <a:ahLst/>
              <a:cxnLst/>
              <a:rect l="l" t="t" r="r" b="b"/>
              <a:pathLst>
                <a:path w="2845" h="654" extrusionOk="0">
                  <a:moveTo>
                    <a:pt x="0" y="0"/>
                  </a:moveTo>
                  <a:lnTo>
                    <a:pt x="0" y="249"/>
                  </a:lnTo>
                  <a:lnTo>
                    <a:pt x="2845" y="249"/>
                  </a:lnTo>
                  <a:lnTo>
                    <a:pt x="2845" y="654"/>
                  </a:lnTo>
                </a:path>
              </a:pathLst>
            </a:custGeom>
            <a:noFill/>
            <a:ln w="25400" cap="flat" cmpd="sng">
              <a:solidFill>
                <a:srgbClr val="3E6695"/>
              </a:solidFill>
              <a:prstDash val="solid"/>
              <a:round/>
              <a:headEnd type="none" w="sm" len="sm"/>
              <a:tailEnd type="none" w="sm" len="sm"/>
            </a:ln>
          </p:spPr>
        </p:sp>
        <p:sp>
          <p:nvSpPr>
            <p:cNvPr id="179" name="Google Shape;179;p8"/>
            <p:cNvSpPr txBox="1"/>
            <p:nvPr/>
          </p:nvSpPr>
          <p:spPr>
            <a:xfrm>
              <a:off x="3811669" y="1130349"/>
              <a:ext cx="1806466" cy="41536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 name="Google Shape;180;p8"/>
            <p:cNvSpPr/>
            <p:nvPr/>
          </p:nvSpPr>
          <p:spPr>
            <a:xfrm>
              <a:off x="4207148" y="3049915"/>
              <a:ext cx="1410986" cy="415364"/>
            </a:xfrm>
            <a:custGeom>
              <a:avLst/>
              <a:gdLst/>
              <a:ahLst/>
              <a:cxnLst/>
              <a:rect l="l" t="t" r="r" b="b"/>
              <a:pathLst>
                <a:path w="2222" h="654" extrusionOk="0">
                  <a:moveTo>
                    <a:pt x="2222" y="0"/>
                  </a:moveTo>
                  <a:lnTo>
                    <a:pt x="2222" y="249"/>
                  </a:lnTo>
                  <a:lnTo>
                    <a:pt x="0" y="249"/>
                  </a:lnTo>
                  <a:lnTo>
                    <a:pt x="0" y="654"/>
                  </a:lnTo>
                </a:path>
              </a:pathLst>
            </a:custGeom>
            <a:noFill/>
            <a:ln w="25400" cap="flat" cmpd="sng">
              <a:solidFill>
                <a:srgbClr val="4774AA"/>
              </a:solidFill>
              <a:prstDash val="solid"/>
              <a:round/>
              <a:headEnd type="none" w="sm" len="sm"/>
              <a:tailEnd type="none" w="sm" len="sm"/>
            </a:ln>
          </p:spPr>
        </p:sp>
        <p:sp>
          <p:nvSpPr>
            <p:cNvPr id="181" name="Google Shape;181;p8"/>
            <p:cNvSpPr txBox="1"/>
            <p:nvPr/>
          </p:nvSpPr>
          <p:spPr>
            <a:xfrm>
              <a:off x="4207148" y="3049915"/>
              <a:ext cx="1410986" cy="41536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 name="Google Shape;182;p8"/>
            <p:cNvSpPr/>
            <p:nvPr/>
          </p:nvSpPr>
          <p:spPr>
            <a:xfrm>
              <a:off x="5618135" y="3049915"/>
              <a:ext cx="1810079" cy="415364"/>
            </a:xfrm>
            <a:custGeom>
              <a:avLst/>
              <a:gdLst/>
              <a:ahLst/>
              <a:cxnLst/>
              <a:rect l="l" t="t" r="r" b="b"/>
              <a:pathLst>
                <a:path w="2851" h="654" extrusionOk="0">
                  <a:moveTo>
                    <a:pt x="0" y="0"/>
                  </a:moveTo>
                  <a:lnTo>
                    <a:pt x="0" y="249"/>
                  </a:lnTo>
                  <a:lnTo>
                    <a:pt x="2851" y="249"/>
                  </a:lnTo>
                  <a:lnTo>
                    <a:pt x="2851" y="654"/>
                  </a:lnTo>
                </a:path>
              </a:pathLst>
            </a:custGeom>
            <a:noFill/>
            <a:ln w="25400" cap="flat" cmpd="sng">
              <a:solidFill>
                <a:srgbClr val="4774AA"/>
              </a:solidFill>
              <a:prstDash val="solid"/>
              <a:round/>
              <a:headEnd type="none" w="sm" len="sm"/>
              <a:tailEnd type="none" w="sm" len="sm"/>
            </a:ln>
          </p:spPr>
        </p:sp>
        <p:sp>
          <p:nvSpPr>
            <p:cNvPr id="183" name="Google Shape;183;p8"/>
            <p:cNvSpPr txBox="1"/>
            <p:nvPr/>
          </p:nvSpPr>
          <p:spPr>
            <a:xfrm>
              <a:off x="5618135" y="3049915"/>
              <a:ext cx="1810079" cy="41536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 name="Google Shape;184;p8"/>
            <p:cNvSpPr/>
            <p:nvPr/>
          </p:nvSpPr>
          <p:spPr>
            <a:xfrm>
              <a:off x="1317811" y="223451"/>
              <a:ext cx="4987715" cy="906899"/>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 name="Google Shape;185;p8"/>
            <p:cNvSpPr txBox="1"/>
            <p:nvPr/>
          </p:nvSpPr>
          <p:spPr>
            <a:xfrm>
              <a:off x="1317811" y="223451"/>
              <a:ext cx="4987715" cy="90689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 name="Google Shape;186;p8"/>
            <p:cNvSpPr/>
            <p:nvPr/>
          </p:nvSpPr>
          <p:spPr>
            <a:xfrm>
              <a:off x="1476499" y="374204"/>
              <a:ext cx="4987715" cy="906899"/>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7" name="Google Shape;187;p8"/>
            <p:cNvSpPr txBox="1"/>
            <p:nvPr/>
          </p:nvSpPr>
          <p:spPr>
            <a:xfrm>
              <a:off x="1476499" y="374204"/>
              <a:ext cx="4987715" cy="906899"/>
            </a:xfrm>
            <a:prstGeom prst="rect">
              <a:avLst/>
            </a:prstGeom>
            <a:noFill/>
            <a:ln>
              <a:noFill/>
            </a:ln>
          </p:spPr>
          <p:txBody>
            <a:bodyPr spcFirstLastPara="1" wrap="square" lIns="167625" tIns="167625" rIns="167625" bIns="167625" anchor="ctr" anchorCtr="0">
              <a:noAutofit/>
            </a:bodyPr>
            <a:lstStyle/>
            <a:p>
              <a:pPr marL="0" marR="0" lvl="0" indent="0" algn="ctr" rtl="0">
                <a:lnSpc>
                  <a:spcPct val="100000"/>
                </a:lnSpc>
                <a:spcBef>
                  <a:spcPts val="0"/>
                </a:spcBef>
                <a:spcAft>
                  <a:spcPts val="0"/>
                </a:spcAft>
                <a:buNone/>
              </a:pPr>
              <a:r>
                <a:rPr lang="en-US" sz="4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Applied Mechanics</a:t>
              </a:r>
              <a:endParaRPr sz="40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8" name="Google Shape;188;p8"/>
            <p:cNvSpPr/>
            <p:nvPr/>
          </p:nvSpPr>
          <p:spPr>
            <a:xfrm>
              <a:off x="0" y="1545714"/>
              <a:ext cx="3295556" cy="1491613"/>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9" name="Google Shape;189;p8"/>
            <p:cNvSpPr txBox="1"/>
            <p:nvPr/>
          </p:nvSpPr>
          <p:spPr>
            <a:xfrm>
              <a:off x="0" y="1545714"/>
              <a:ext cx="3295556" cy="149161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0" name="Google Shape;190;p8"/>
            <p:cNvSpPr/>
            <p:nvPr/>
          </p:nvSpPr>
          <p:spPr>
            <a:xfrm>
              <a:off x="158687" y="1696467"/>
              <a:ext cx="3295556" cy="1491613"/>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1" name="Google Shape;191;p8"/>
            <p:cNvSpPr txBox="1"/>
            <p:nvPr/>
          </p:nvSpPr>
          <p:spPr>
            <a:xfrm>
              <a:off x="158687" y="1696467"/>
              <a:ext cx="3295556" cy="1491613"/>
            </a:xfrm>
            <a:prstGeom prst="rect">
              <a:avLst/>
            </a:prstGeom>
            <a:noFill/>
            <a:ln>
              <a:noFill/>
            </a:ln>
          </p:spPr>
          <p:txBody>
            <a:bodyPr spcFirstLastPara="1" wrap="square" lIns="152400" tIns="152400" rIns="152400" bIns="152400" anchor="ctr" anchorCtr="0">
              <a:noAutofit/>
            </a:bodyPr>
            <a:lstStyle/>
            <a:p>
              <a:pPr marL="0" marR="0" lvl="0" indent="0" algn="ctr" rtl="0">
                <a:lnSpc>
                  <a:spcPct val="100000"/>
                </a:lnSpc>
                <a:spcBef>
                  <a:spcPts val="0"/>
                </a:spcBef>
                <a:spcAft>
                  <a:spcPts val="0"/>
                </a:spcAft>
                <a:buNone/>
              </a:pPr>
              <a:r>
                <a:rPr lang="en-US" sz="4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Static</a:t>
              </a:r>
              <a:endParaRPr sz="40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92" name="Google Shape;192;p8"/>
            <p:cNvSpPr/>
            <p:nvPr/>
          </p:nvSpPr>
          <p:spPr>
            <a:xfrm>
              <a:off x="3612931" y="1545714"/>
              <a:ext cx="4010407" cy="1504201"/>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3" name="Google Shape;193;p8"/>
            <p:cNvSpPr txBox="1"/>
            <p:nvPr/>
          </p:nvSpPr>
          <p:spPr>
            <a:xfrm>
              <a:off x="3612931" y="1545714"/>
              <a:ext cx="4010407" cy="150420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4" name="Google Shape;194;p8"/>
            <p:cNvSpPr/>
            <p:nvPr/>
          </p:nvSpPr>
          <p:spPr>
            <a:xfrm>
              <a:off x="3771619" y="1696467"/>
              <a:ext cx="4010407" cy="1504201"/>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5" name="Google Shape;195;p8"/>
            <p:cNvSpPr txBox="1"/>
            <p:nvPr/>
          </p:nvSpPr>
          <p:spPr>
            <a:xfrm>
              <a:off x="3771619" y="1696467"/>
              <a:ext cx="4010407" cy="1504201"/>
            </a:xfrm>
            <a:prstGeom prst="rect">
              <a:avLst/>
            </a:prstGeom>
            <a:noFill/>
            <a:ln>
              <a:noFill/>
            </a:ln>
          </p:spPr>
          <p:txBody>
            <a:bodyPr spcFirstLastPara="1" wrap="square" lIns="152400" tIns="152400" rIns="152400" bIns="152400" anchor="ctr" anchorCtr="0">
              <a:noAutofit/>
            </a:bodyPr>
            <a:lstStyle/>
            <a:p>
              <a:pPr marL="0" marR="0" lvl="0" indent="0" algn="ctr" rtl="0">
                <a:lnSpc>
                  <a:spcPct val="100000"/>
                </a:lnSpc>
                <a:spcBef>
                  <a:spcPts val="0"/>
                </a:spcBef>
                <a:spcAft>
                  <a:spcPts val="0"/>
                </a:spcAft>
                <a:buNone/>
              </a:pPr>
              <a:r>
                <a:rPr lang="en-US" sz="4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Dynamic</a:t>
              </a:r>
              <a:endParaRPr sz="40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96" name="Google Shape;196;p8"/>
            <p:cNvSpPr/>
            <p:nvPr/>
          </p:nvSpPr>
          <p:spPr>
            <a:xfrm>
              <a:off x="2555757" y="3465279"/>
              <a:ext cx="3302783" cy="1418317"/>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7" name="Google Shape;197;p8"/>
            <p:cNvSpPr txBox="1"/>
            <p:nvPr/>
          </p:nvSpPr>
          <p:spPr>
            <a:xfrm>
              <a:off x="2555757" y="3465279"/>
              <a:ext cx="3302783" cy="1418317"/>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8" name="Google Shape;198;p8"/>
            <p:cNvSpPr/>
            <p:nvPr/>
          </p:nvSpPr>
          <p:spPr>
            <a:xfrm>
              <a:off x="2714444" y="3616032"/>
              <a:ext cx="3302783" cy="1418317"/>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9" name="Google Shape;199;p8"/>
            <p:cNvSpPr txBox="1"/>
            <p:nvPr/>
          </p:nvSpPr>
          <p:spPr>
            <a:xfrm>
              <a:off x="2714444" y="3616032"/>
              <a:ext cx="3302783" cy="1418317"/>
            </a:xfrm>
            <a:prstGeom prst="rect">
              <a:avLst/>
            </a:prstGeom>
            <a:noFill/>
            <a:ln>
              <a:noFill/>
            </a:ln>
          </p:spPr>
          <p:txBody>
            <a:bodyPr spcFirstLastPara="1" wrap="square" lIns="152400" tIns="152400" rIns="152400" bIns="152400" anchor="ctr" anchorCtr="0">
              <a:noAutofit/>
            </a:bodyPr>
            <a:lstStyle/>
            <a:p>
              <a:pPr marL="0" marR="0" lvl="0" indent="0" algn="ctr" rtl="0">
                <a:lnSpc>
                  <a:spcPct val="100000"/>
                </a:lnSpc>
                <a:spcBef>
                  <a:spcPts val="0"/>
                </a:spcBef>
                <a:spcAft>
                  <a:spcPts val="0"/>
                </a:spcAft>
                <a:buNone/>
              </a:pPr>
              <a:r>
                <a:rPr lang="en-US" sz="4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Kinetic</a:t>
              </a:r>
              <a:endParaRPr sz="40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0" name="Google Shape;200;p8"/>
            <p:cNvSpPr/>
            <p:nvPr/>
          </p:nvSpPr>
          <p:spPr>
            <a:xfrm>
              <a:off x="6175915" y="3465279"/>
              <a:ext cx="2504598" cy="1309970"/>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1" name="Google Shape;201;p8"/>
            <p:cNvSpPr txBox="1"/>
            <p:nvPr/>
          </p:nvSpPr>
          <p:spPr>
            <a:xfrm>
              <a:off x="6175915" y="3465279"/>
              <a:ext cx="2504598" cy="130997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2" name="Google Shape;202;p8"/>
            <p:cNvSpPr/>
            <p:nvPr/>
          </p:nvSpPr>
          <p:spPr>
            <a:xfrm>
              <a:off x="6334602" y="3616032"/>
              <a:ext cx="2504598" cy="1309970"/>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3" name="Google Shape;203;p8"/>
            <p:cNvSpPr txBox="1"/>
            <p:nvPr/>
          </p:nvSpPr>
          <p:spPr>
            <a:xfrm>
              <a:off x="6334602" y="3616032"/>
              <a:ext cx="2504598" cy="1309970"/>
            </a:xfrm>
            <a:prstGeom prst="rect">
              <a:avLst/>
            </a:prstGeom>
            <a:noFill/>
            <a:ln>
              <a:noFill/>
            </a:ln>
          </p:spPr>
          <p:txBody>
            <a:bodyPr spcFirstLastPara="1" wrap="square" lIns="152400" tIns="152400" rIns="152400" bIns="152400" anchor="ctr" anchorCtr="0">
              <a:noAutofit/>
            </a:bodyPr>
            <a:lstStyle/>
            <a:p>
              <a:pPr marL="0" marR="0" lvl="0" indent="0" algn="ctr" rtl="0">
                <a:lnSpc>
                  <a:spcPct val="100000"/>
                </a:lnSpc>
                <a:spcBef>
                  <a:spcPts val="0"/>
                </a:spcBef>
                <a:spcAft>
                  <a:spcPts val="0"/>
                </a:spcAft>
                <a:buNone/>
              </a:pPr>
              <a:r>
                <a:rPr lang="en-US" sz="4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Kinematic</a:t>
              </a:r>
              <a:endParaRPr sz="40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204" name="Google Shape;204;p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205" name="Google Shape;205;p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206" name="Google Shape;206;p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10" name="Shape 210"/>
        <p:cNvGrpSpPr/>
        <p:nvPr/>
      </p:nvGrpSpPr>
      <p:grpSpPr>
        <a:xfrm>
          <a:off x="0" y="0"/>
          <a:ext cx="0" cy="0"/>
          <a:chOff x="0" y="0"/>
          <a:chExt cx="0" cy="0"/>
        </a:xfrm>
      </p:grpSpPr>
      <p:sp>
        <p:nvSpPr>
          <p:cNvPr id="211" name="Google Shape;211;p9"/>
          <p:cNvSpPr txBox="1"/>
          <p:nvPr>
            <p:ph type="body" idx="1"/>
          </p:nvPr>
        </p:nvSpPr>
        <p:spPr>
          <a:xfrm>
            <a:off x="152400" y="152400"/>
            <a:ext cx="8763000" cy="640080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3600"/>
              <a:buChar char="•"/>
            </a:pPr>
            <a:r>
              <a:rPr lang="en-US" sz="3600" b="1">
                <a:latin typeface="Times New Roman" panose="02020603050405020304"/>
                <a:ea typeface="Times New Roman" panose="02020603050405020304"/>
                <a:cs typeface="Times New Roman" panose="02020603050405020304"/>
                <a:sym typeface="Times New Roman" panose="02020603050405020304"/>
              </a:rPr>
              <a:t>1. Statics: </a:t>
            </a:r>
            <a:endParaRPr sz="3600" b="1">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720"/>
              </a:spcBef>
              <a:spcAft>
                <a:spcPts val="0"/>
              </a:spcAft>
              <a:buClr>
                <a:schemeClr val="dk1"/>
              </a:buClr>
              <a:buSzPts val="3600"/>
              <a:buNone/>
            </a:pPr>
            <a:r>
              <a:rPr lang="en-US" sz="3600">
                <a:latin typeface="Times New Roman" panose="02020603050405020304"/>
                <a:ea typeface="Times New Roman" panose="02020603050405020304"/>
                <a:cs typeface="Times New Roman" panose="02020603050405020304"/>
                <a:sym typeface="Times New Roman" panose="02020603050405020304"/>
              </a:rPr>
              <a:t>	The branch of applied mechanics which deals with the forces and their effects while acting upon bodies which are at rest is called statics. </a:t>
            </a:r>
            <a:endParaRPr sz="360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720"/>
              </a:spcBef>
              <a:spcAft>
                <a:spcPts val="0"/>
              </a:spcAft>
              <a:buClr>
                <a:schemeClr val="dk1"/>
              </a:buClr>
              <a:buSzPts val="3600"/>
              <a:buNone/>
            </a:pPr>
            <a:r>
              <a:rPr lang="en-US" sz="3600">
                <a:latin typeface="Times New Roman" panose="02020603050405020304"/>
                <a:ea typeface="Times New Roman" panose="02020603050405020304"/>
                <a:cs typeface="Times New Roman" panose="02020603050405020304"/>
                <a:sym typeface="Times New Roman" panose="02020603050405020304"/>
              </a:rPr>
              <a:t>	Any body at rest and forces and effects acting on it.</a:t>
            </a:r>
            <a:endParaRPr sz="360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720"/>
              </a:spcBef>
              <a:spcAft>
                <a:spcPts val="0"/>
              </a:spcAft>
              <a:buClr>
                <a:schemeClr val="dk1"/>
              </a:buClr>
              <a:buSzPts val="3600"/>
              <a:buNone/>
            </a:pPr>
            <a:endParaRPr sz="360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720"/>
              </a:spcBef>
              <a:spcAft>
                <a:spcPts val="0"/>
              </a:spcAft>
              <a:buClr>
                <a:schemeClr val="dk1"/>
              </a:buClr>
              <a:buSzPts val="3600"/>
              <a:buNone/>
            </a:pPr>
            <a:r>
              <a:rPr lang="en-US" sz="3600">
                <a:latin typeface="Times New Roman" panose="02020603050405020304"/>
                <a:ea typeface="Times New Roman" panose="02020603050405020304"/>
                <a:cs typeface="Times New Roman" panose="02020603050405020304"/>
                <a:sym typeface="Times New Roman" panose="02020603050405020304"/>
              </a:rPr>
              <a:t> </a:t>
            </a:r>
            <a:endParaRPr sz="3600">
              <a:latin typeface="Times New Roman" panose="02020603050405020304"/>
              <a:ea typeface="Times New Roman" panose="02020603050405020304"/>
              <a:cs typeface="Times New Roman" panose="02020603050405020304"/>
              <a:sym typeface="Times New Roman" panose="02020603050405020304"/>
            </a:endParaRPr>
          </a:p>
        </p:txBody>
      </p:sp>
      <p:sp>
        <p:nvSpPr>
          <p:cNvPr id="212" name="Google Shape;212;p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213" name="Google Shape;213;p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214" name="Google Shape;214;p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218" name="Shape 218"/>
        <p:cNvGrpSpPr/>
        <p:nvPr/>
      </p:nvGrpSpPr>
      <p:grpSpPr>
        <a:xfrm>
          <a:off x="0" y="0"/>
          <a:ext cx="0" cy="0"/>
          <a:chOff x="0" y="0"/>
          <a:chExt cx="0" cy="0"/>
        </a:xfrm>
      </p:grpSpPr>
      <p:sp>
        <p:nvSpPr>
          <p:cNvPr id="219" name="Google Shape;219;p10"/>
          <p:cNvSpPr txBox="1"/>
          <p:nvPr>
            <p:ph type="body" idx="1"/>
          </p:nvPr>
        </p:nvSpPr>
        <p:spPr>
          <a:xfrm>
            <a:off x="152400" y="152400"/>
            <a:ext cx="8763000" cy="640080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Clr>
                <a:schemeClr val="dk1"/>
              </a:buClr>
              <a:buSzPts val="3600"/>
              <a:buNone/>
            </a:pPr>
            <a:r>
              <a:rPr lang="en-US" sz="3600">
                <a:latin typeface="Times New Roman" panose="02020603050405020304"/>
                <a:ea typeface="Times New Roman" panose="02020603050405020304"/>
                <a:cs typeface="Times New Roman" panose="02020603050405020304"/>
                <a:sym typeface="Times New Roman" panose="02020603050405020304"/>
              </a:rPr>
              <a:t> </a:t>
            </a:r>
            <a:r>
              <a:rPr lang="en-US" sz="3600" b="1">
                <a:latin typeface="Times New Roman" panose="02020603050405020304"/>
                <a:ea typeface="Times New Roman" panose="02020603050405020304"/>
                <a:cs typeface="Times New Roman" panose="02020603050405020304"/>
                <a:sym typeface="Times New Roman" panose="02020603050405020304"/>
              </a:rPr>
              <a:t>2.Dynamics: </a:t>
            </a:r>
            <a:endParaRPr sz="3600" b="1">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720"/>
              </a:spcBef>
              <a:spcAft>
                <a:spcPts val="0"/>
              </a:spcAft>
              <a:buClr>
                <a:schemeClr val="dk1"/>
              </a:buClr>
              <a:buSzPts val="3600"/>
              <a:buNone/>
            </a:pPr>
            <a:r>
              <a:rPr lang="en-US" sz="3600">
                <a:latin typeface="Times New Roman" panose="02020603050405020304"/>
                <a:ea typeface="Times New Roman" panose="02020603050405020304"/>
                <a:cs typeface="Times New Roman" panose="02020603050405020304"/>
                <a:sym typeface="Times New Roman" panose="02020603050405020304"/>
              </a:rPr>
              <a:t>	The branch of applied mechanics which deals with the forces and their effects while acting upon bodies which are in motion is called dynamics. </a:t>
            </a:r>
            <a:endParaRPr sz="360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720"/>
              </a:spcBef>
              <a:spcAft>
                <a:spcPts val="0"/>
              </a:spcAft>
              <a:buClr>
                <a:schemeClr val="dk1"/>
              </a:buClr>
              <a:buSzPts val="3600"/>
              <a:buNone/>
            </a:pPr>
            <a:r>
              <a:rPr lang="en-US" sz="3600">
                <a:latin typeface="Times New Roman" panose="02020603050405020304"/>
                <a:ea typeface="Times New Roman" panose="02020603050405020304"/>
                <a:cs typeface="Times New Roman" panose="02020603050405020304"/>
                <a:sym typeface="Times New Roman" panose="02020603050405020304"/>
              </a:rPr>
              <a:t>	Any bodies moving and force and effects acting on it.</a:t>
            </a:r>
            <a:endParaRPr sz="360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720"/>
              </a:spcBef>
              <a:spcAft>
                <a:spcPts val="0"/>
              </a:spcAft>
              <a:buClr>
                <a:schemeClr val="dk1"/>
              </a:buClr>
              <a:buSzPts val="3600"/>
              <a:buNone/>
            </a:pPr>
            <a:endParaRPr sz="3600">
              <a:latin typeface="Times New Roman" panose="02020603050405020304"/>
              <a:ea typeface="Times New Roman" panose="02020603050405020304"/>
              <a:cs typeface="Times New Roman" panose="02020603050405020304"/>
              <a:sym typeface="Times New Roman" panose="02020603050405020304"/>
            </a:endParaRPr>
          </a:p>
        </p:txBody>
      </p:sp>
      <p:sp>
        <p:nvSpPr>
          <p:cNvPr id="220" name="Google Shape;220;p1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221" name="Google Shape;221;p1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222" name="Google Shape;222;p1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mc:AlternateContent xmlns:mc="http://schemas.openxmlformats.org/markup-compatibility/2006" xmlns:p14="http://schemas.microsoft.com/office/powerpoint/2010/main">
        <mc:Choice Requires="p14">
          <p:contentPart r:id="rId1" p14:bwMode="auto">
            <p14:nvContentPartPr>
              <p14:cNvPr id="1" name="Ink 0"/>
              <p14:cNvContentPartPr/>
              <p14:nvPr/>
            </p14:nvContentPartPr>
            <p14:xfrm>
              <a:off x="6838950" y="2247900"/>
              <a:ext cx="2152650" cy="158750"/>
            </p14:xfrm>
          </p:contentPart>
        </mc:Choice>
        <mc:Fallback xmlns="">
          <p:pic>
            <p:nvPicPr>
              <p:cNvPr id="1" name="Ink 0"/>
            </p:nvPicPr>
            <p:blipFill>
              <a:blip r:embed="rId2"/>
            </p:blipFill>
            <p:spPr>
              <a:xfrm>
                <a:off x="6838950" y="2247900"/>
                <a:ext cx="2152650" cy="15875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2" name="Ink 1"/>
              <p14:cNvContentPartPr/>
              <p14:nvPr/>
            </p14:nvContentPartPr>
            <p14:xfrm>
              <a:off x="622300" y="2990850"/>
              <a:ext cx="2260600" cy="63500"/>
            </p14:xfrm>
          </p:contentPart>
        </mc:Choice>
        <mc:Fallback xmlns="">
          <p:pic>
            <p:nvPicPr>
              <p:cNvPr id="2" name="Ink 1"/>
            </p:nvPicPr>
            <p:blipFill>
              <a:blip r:embed="rId4"/>
            </p:blipFill>
            <p:spPr>
              <a:xfrm>
                <a:off x="622300" y="2990850"/>
                <a:ext cx="2260600" cy="63500"/>
              </a:xfrm>
              <a:prstGeom prst="rect"/>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226" name="Shape 226"/>
        <p:cNvGrpSpPr/>
        <p:nvPr/>
      </p:nvGrpSpPr>
      <p:grpSpPr>
        <a:xfrm>
          <a:off x="0" y="0"/>
          <a:ext cx="0" cy="0"/>
          <a:chOff x="0" y="0"/>
          <a:chExt cx="0" cy="0"/>
        </a:xfrm>
      </p:grpSpPr>
      <p:sp>
        <p:nvSpPr>
          <p:cNvPr id="227" name="Google Shape;227;p11"/>
          <p:cNvSpPr txBox="1"/>
          <p:nvPr>
            <p:ph type="body" idx="1"/>
          </p:nvPr>
        </p:nvSpPr>
        <p:spPr>
          <a:xfrm>
            <a:off x="76200" y="990600"/>
            <a:ext cx="9067800" cy="548640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3600"/>
              <a:buChar char="•"/>
            </a:pPr>
            <a:r>
              <a:rPr lang="en-US" sz="3600">
                <a:latin typeface="Times New Roman" panose="02020603050405020304"/>
                <a:ea typeface="Times New Roman" panose="02020603050405020304"/>
                <a:cs typeface="Times New Roman" panose="02020603050405020304"/>
                <a:sym typeface="Times New Roman" panose="02020603050405020304"/>
              </a:rPr>
              <a:t>It is further divided into two types:</a:t>
            </a:r>
            <a:endParaRPr sz="360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720"/>
              </a:spcBef>
              <a:spcAft>
                <a:spcPts val="0"/>
              </a:spcAft>
              <a:buClr>
                <a:schemeClr val="dk1"/>
              </a:buClr>
              <a:buSzPts val="3600"/>
              <a:buNone/>
            </a:pPr>
            <a:r>
              <a:rPr lang="en-US" sz="3600">
                <a:latin typeface="Times New Roman" panose="02020603050405020304"/>
                <a:ea typeface="Times New Roman" panose="02020603050405020304"/>
                <a:cs typeface="Times New Roman" panose="02020603050405020304"/>
                <a:sym typeface="Times New Roman" panose="02020603050405020304"/>
              </a:rPr>
              <a:t> A. Kinetic                             B. Kinematic</a:t>
            </a:r>
            <a:endParaRPr sz="360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720"/>
              </a:spcBef>
              <a:spcAft>
                <a:spcPts val="0"/>
              </a:spcAft>
              <a:buClr>
                <a:schemeClr val="dk1"/>
              </a:buClr>
              <a:buSzPts val="3600"/>
              <a:buNone/>
            </a:pPr>
            <a:endParaRPr sz="3600">
              <a:latin typeface="Times New Roman" panose="02020603050405020304"/>
              <a:ea typeface="Times New Roman" panose="02020603050405020304"/>
              <a:cs typeface="Times New Roman" panose="02020603050405020304"/>
              <a:sym typeface="Times New Roman" panose="02020603050405020304"/>
            </a:endParaRPr>
          </a:p>
          <a:p>
            <a:pPr marL="342900" lvl="0" indent="-114300" algn="just" rtl="0">
              <a:spcBef>
                <a:spcPts val="720"/>
              </a:spcBef>
              <a:spcAft>
                <a:spcPts val="0"/>
              </a:spcAft>
              <a:buClr>
                <a:schemeClr val="dk1"/>
              </a:buClr>
              <a:buSzPts val="3600"/>
              <a:buFont typeface="Noto Sans Symbols"/>
              <a:buNone/>
            </a:pPr>
            <a:endParaRPr sz="3600">
              <a:latin typeface="Times New Roman" panose="02020603050405020304"/>
              <a:ea typeface="Times New Roman" panose="02020603050405020304"/>
              <a:cs typeface="Times New Roman" panose="02020603050405020304"/>
              <a:sym typeface="Times New Roman" panose="02020603050405020304"/>
            </a:endParaRPr>
          </a:p>
          <a:p>
            <a:pPr marL="342900" lvl="0" indent="-114300" algn="just" rtl="0">
              <a:spcBef>
                <a:spcPts val="720"/>
              </a:spcBef>
              <a:spcAft>
                <a:spcPts val="0"/>
              </a:spcAft>
              <a:buClr>
                <a:schemeClr val="dk1"/>
              </a:buClr>
              <a:buSzPts val="3600"/>
              <a:buFont typeface="Noto Sans Symbols"/>
              <a:buNone/>
            </a:pPr>
            <a:endParaRPr sz="360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720"/>
              </a:spcBef>
              <a:spcAft>
                <a:spcPts val="0"/>
              </a:spcAft>
              <a:buClr>
                <a:schemeClr val="dk1"/>
              </a:buClr>
              <a:buSzPts val="3600"/>
              <a:buNone/>
            </a:pPr>
            <a:endParaRPr sz="3600">
              <a:latin typeface="Times New Roman" panose="02020603050405020304"/>
              <a:ea typeface="Times New Roman" panose="02020603050405020304"/>
              <a:cs typeface="Times New Roman" panose="02020603050405020304"/>
              <a:sym typeface="Times New Roman" panose="02020603050405020304"/>
            </a:endParaRPr>
          </a:p>
        </p:txBody>
      </p:sp>
      <p:sp>
        <p:nvSpPr>
          <p:cNvPr id="228" name="Google Shape;228;p11"/>
          <p:cNvSpPr txBox="1"/>
          <p:nvPr>
            <p:ph type="title"/>
          </p:nvPr>
        </p:nvSpPr>
        <p:spPr>
          <a:xfrm>
            <a:off x="457200" y="152400"/>
            <a:ext cx="8229600" cy="6858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imes New Roman" panose="02020603050405020304"/>
              <a:buNone/>
            </a:pPr>
            <a:r>
              <a:rPr lang="en-US">
                <a:latin typeface="Times New Roman" panose="02020603050405020304"/>
                <a:ea typeface="Times New Roman" panose="02020603050405020304"/>
                <a:cs typeface="Times New Roman" panose="02020603050405020304"/>
                <a:sym typeface="Times New Roman" panose="02020603050405020304"/>
              </a:rPr>
              <a:t>Dynamics: </a:t>
            </a:r>
            <a:br>
              <a:rPr lang="en-US">
                <a:latin typeface="Times New Roman" panose="02020603050405020304"/>
                <a:ea typeface="Times New Roman" panose="02020603050405020304"/>
                <a:cs typeface="Times New Roman" panose="02020603050405020304"/>
                <a:sym typeface="Times New Roman" panose="02020603050405020304"/>
              </a:rPr>
            </a:br>
            <a:endParaRPr lang="en-US">
              <a:latin typeface="Times New Roman" panose="02020603050405020304"/>
              <a:ea typeface="Times New Roman" panose="02020603050405020304"/>
              <a:cs typeface="Times New Roman" panose="02020603050405020304"/>
              <a:sym typeface="Times New Roman" panose="02020603050405020304"/>
            </a:endParaRPr>
          </a:p>
        </p:txBody>
      </p:sp>
      <p:sp>
        <p:nvSpPr>
          <p:cNvPr id="229" name="Google Shape;229;p1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230" name="Google Shape;230;p1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231" name="Google Shape;231;p1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mc:AlternateContent xmlns:mc="http://schemas.openxmlformats.org/markup-compatibility/2006" xmlns:p14="http://schemas.microsoft.com/office/powerpoint/2010/main">
        <mc:Choice Requires="p14">
          <p:contentPart r:id="rId1" p14:bwMode="auto">
            <p14:nvContentPartPr>
              <p14:cNvPr id="1" name="Ink 0"/>
              <p14:cNvContentPartPr/>
              <p14:nvPr/>
            </p14:nvContentPartPr>
            <p14:xfrm>
              <a:off x="304800" y="1676400"/>
              <a:ext cx="1441450" cy="793750"/>
            </p14:xfrm>
          </p:contentPart>
        </mc:Choice>
        <mc:Fallback xmlns="">
          <p:pic>
            <p:nvPicPr>
              <p:cNvPr id="1" name="Ink 0"/>
            </p:nvPicPr>
            <p:blipFill>
              <a:blip r:embed="rId2"/>
            </p:blipFill>
            <p:spPr>
              <a:xfrm>
                <a:off x="304800" y="1676400"/>
                <a:ext cx="1441450" cy="79375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2" name="Ink 1"/>
              <p14:cNvContentPartPr/>
              <p14:nvPr/>
            </p14:nvContentPartPr>
            <p14:xfrm>
              <a:off x="736600" y="1562100"/>
              <a:ext cx="1435100" cy="635000"/>
            </p14:xfrm>
          </p:contentPart>
        </mc:Choice>
        <mc:Fallback xmlns="">
          <p:pic>
            <p:nvPicPr>
              <p:cNvPr id="2" name="Ink 1"/>
            </p:nvPicPr>
            <p:blipFill>
              <a:blip r:embed="rId4"/>
            </p:blipFill>
            <p:spPr>
              <a:xfrm>
                <a:off x="736600" y="1562100"/>
                <a:ext cx="1435100" cy="6350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3" name="Ink 2"/>
              <p14:cNvContentPartPr/>
              <p14:nvPr/>
            </p14:nvContentPartPr>
            <p14:xfrm>
              <a:off x="5251450" y="1612900"/>
              <a:ext cx="1555750" cy="647700"/>
            </p14:xfrm>
          </p:contentPart>
        </mc:Choice>
        <mc:Fallback xmlns="">
          <p:pic>
            <p:nvPicPr>
              <p:cNvPr id="3" name="Ink 2"/>
            </p:nvPicPr>
            <p:blipFill>
              <a:blip r:embed="rId6"/>
            </p:blipFill>
            <p:spPr>
              <a:xfrm>
                <a:off x="5251450" y="1612900"/>
                <a:ext cx="1555750" cy="6477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4" name="Ink 3"/>
              <p14:cNvContentPartPr/>
              <p14:nvPr/>
            </p14:nvContentPartPr>
            <p14:xfrm>
              <a:off x="5530850" y="1568450"/>
              <a:ext cx="1600200" cy="869950"/>
            </p14:xfrm>
          </p:contentPart>
        </mc:Choice>
        <mc:Fallback xmlns="">
          <p:pic>
            <p:nvPicPr>
              <p:cNvPr id="4" name="Ink 3"/>
            </p:nvPicPr>
            <p:blipFill>
              <a:blip r:embed="rId8"/>
            </p:blipFill>
            <p:spPr>
              <a:xfrm>
                <a:off x="5530850" y="1568450"/>
                <a:ext cx="1600200" cy="869950"/>
              </a:xfrm>
              <a:prstGeom prst="rect"/>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35" name="Shape 235"/>
        <p:cNvGrpSpPr/>
        <p:nvPr/>
      </p:nvGrpSpPr>
      <p:grpSpPr>
        <a:xfrm>
          <a:off x="0" y="0"/>
          <a:ext cx="0" cy="0"/>
          <a:chOff x="0" y="0"/>
          <a:chExt cx="0" cy="0"/>
        </a:xfrm>
      </p:grpSpPr>
      <p:sp>
        <p:nvSpPr>
          <p:cNvPr id="236" name="Google Shape;236;p12"/>
          <p:cNvSpPr txBox="1"/>
          <p:nvPr>
            <p:ph type="body" idx="1"/>
          </p:nvPr>
        </p:nvSpPr>
        <p:spPr>
          <a:xfrm>
            <a:off x="92612" y="0"/>
            <a:ext cx="9067800" cy="4707964"/>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3400"/>
              <a:buFont typeface="Noto Sans Symbols"/>
              <a:buChar char="❖"/>
            </a:pPr>
            <a:r>
              <a:rPr lang="en-US" sz="3400">
                <a:latin typeface="Times New Roman" panose="02020603050405020304"/>
                <a:ea typeface="Times New Roman" panose="02020603050405020304"/>
                <a:cs typeface="Times New Roman" panose="02020603050405020304"/>
                <a:sym typeface="Times New Roman" panose="02020603050405020304"/>
              </a:rPr>
              <a:t> Kinetics: The branch of dynamics which deals with the relationship between motion of bodies and forces causing motion is called kinetics.</a:t>
            </a:r>
            <a:endParaRPr sz="340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680"/>
              </a:spcBef>
              <a:spcAft>
                <a:spcPts val="0"/>
              </a:spcAft>
              <a:buClr>
                <a:schemeClr val="dk1"/>
              </a:buClr>
              <a:buSzPts val="3400"/>
              <a:buFont typeface="Noto Sans Symbols"/>
              <a:buChar char="❖"/>
            </a:pPr>
            <a:r>
              <a:rPr lang="en-US" sz="3400">
                <a:latin typeface="Times New Roman" panose="02020603050405020304"/>
                <a:ea typeface="Times New Roman" panose="02020603050405020304"/>
                <a:cs typeface="Times New Roman" panose="02020603050405020304"/>
                <a:sym typeface="Times New Roman" panose="02020603050405020304"/>
              </a:rPr>
              <a:t>Study of forces acting on an object</a:t>
            </a:r>
            <a:endParaRPr sz="340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680"/>
              </a:spcBef>
              <a:spcAft>
                <a:spcPts val="0"/>
              </a:spcAft>
              <a:buClr>
                <a:schemeClr val="dk1"/>
              </a:buClr>
              <a:buSzPts val="3400"/>
              <a:buFont typeface="Noto Sans Symbols"/>
              <a:buChar char="❖"/>
            </a:pPr>
            <a:r>
              <a:rPr lang="en-US" sz="3400">
                <a:latin typeface="Times New Roman" panose="02020603050405020304"/>
                <a:ea typeface="Times New Roman" panose="02020603050405020304"/>
                <a:cs typeface="Times New Roman" panose="02020603050405020304"/>
                <a:sym typeface="Times New Roman" panose="02020603050405020304"/>
              </a:rPr>
              <a:t>Newton’s second law of motion is widely used.</a:t>
            </a:r>
            <a:endParaRPr sz="340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680"/>
              </a:spcBef>
              <a:spcAft>
                <a:spcPts val="0"/>
              </a:spcAft>
              <a:buClr>
                <a:schemeClr val="dk1"/>
              </a:buClr>
              <a:buSzPts val="3400"/>
              <a:buFont typeface="Noto Sans Symbols"/>
              <a:buChar char="❖"/>
            </a:pPr>
            <a:r>
              <a:rPr lang="en-US" sz="3400">
                <a:latin typeface="Times New Roman" panose="02020603050405020304"/>
                <a:ea typeface="Times New Roman" panose="02020603050405020304"/>
                <a:cs typeface="Times New Roman" panose="02020603050405020304"/>
                <a:sym typeface="Times New Roman" panose="02020603050405020304"/>
              </a:rPr>
              <a:t>Example: Force applied to the cricket ball</a:t>
            </a:r>
            <a:endParaRPr sz="3400">
              <a:latin typeface="Times New Roman" panose="02020603050405020304"/>
              <a:ea typeface="Times New Roman" panose="02020603050405020304"/>
              <a:cs typeface="Times New Roman" panose="02020603050405020304"/>
              <a:sym typeface="Times New Roman" panose="02020603050405020304"/>
            </a:endParaRPr>
          </a:p>
          <a:p>
            <a:pPr marL="342900" lvl="0" indent="-127000" algn="just" rtl="0">
              <a:spcBef>
                <a:spcPts val="680"/>
              </a:spcBef>
              <a:spcAft>
                <a:spcPts val="0"/>
              </a:spcAft>
              <a:buClr>
                <a:schemeClr val="dk1"/>
              </a:buClr>
              <a:buSzPts val="3400"/>
              <a:buFont typeface="Noto Sans Symbols"/>
              <a:buNone/>
            </a:pPr>
            <a:endParaRPr sz="3400">
              <a:latin typeface="Times New Roman" panose="02020603050405020304"/>
              <a:ea typeface="Times New Roman" panose="02020603050405020304"/>
              <a:cs typeface="Times New Roman" panose="02020603050405020304"/>
              <a:sym typeface="Times New Roman" panose="02020603050405020304"/>
            </a:endParaRPr>
          </a:p>
          <a:p>
            <a:pPr marL="342900" lvl="0" indent="-127000" algn="just" rtl="0">
              <a:spcBef>
                <a:spcPts val="680"/>
              </a:spcBef>
              <a:spcAft>
                <a:spcPts val="0"/>
              </a:spcAft>
              <a:buClr>
                <a:schemeClr val="dk1"/>
              </a:buClr>
              <a:buSzPts val="3400"/>
              <a:buFont typeface="Noto Sans Symbols"/>
              <a:buNone/>
            </a:pPr>
            <a:endParaRPr sz="3400">
              <a:latin typeface="Times New Roman" panose="02020603050405020304"/>
              <a:ea typeface="Times New Roman" panose="02020603050405020304"/>
              <a:cs typeface="Times New Roman" panose="02020603050405020304"/>
              <a:sym typeface="Times New Roman" panose="02020603050405020304"/>
            </a:endParaRPr>
          </a:p>
          <a:p>
            <a:pPr marL="342900" lvl="0" indent="-127000" algn="just" rtl="0">
              <a:spcBef>
                <a:spcPts val="680"/>
              </a:spcBef>
              <a:spcAft>
                <a:spcPts val="0"/>
              </a:spcAft>
              <a:buClr>
                <a:schemeClr val="dk1"/>
              </a:buClr>
              <a:buSzPts val="3400"/>
              <a:buFont typeface="Noto Sans Symbols"/>
              <a:buNone/>
            </a:pPr>
            <a:endParaRPr sz="340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680"/>
              </a:spcBef>
              <a:spcAft>
                <a:spcPts val="0"/>
              </a:spcAft>
              <a:buClr>
                <a:schemeClr val="dk1"/>
              </a:buClr>
              <a:buSzPts val="3400"/>
              <a:buNone/>
            </a:pPr>
            <a:endParaRPr sz="3400">
              <a:latin typeface="Times New Roman" panose="02020603050405020304"/>
              <a:ea typeface="Times New Roman" panose="02020603050405020304"/>
              <a:cs typeface="Times New Roman" panose="02020603050405020304"/>
              <a:sym typeface="Times New Roman" panose="02020603050405020304"/>
            </a:endParaRPr>
          </a:p>
        </p:txBody>
      </p:sp>
      <p:sp>
        <p:nvSpPr>
          <p:cNvPr id="237" name="Google Shape;237;p12"/>
          <p:cNvSpPr txBox="1"/>
          <p:nvPr>
            <p:ph type="title"/>
          </p:nvPr>
        </p:nvSpPr>
        <p:spPr>
          <a:xfrm>
            <a:off x="457200" y="152400"/>
            <a:ext cx="8229600" cy="6858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imes New Roman" panose="02020603050405020304"/>
              <a:buNone/>
            </a:pPr>
            <a:br>
              <a:rPr lang="en-US">
                <a:latin typeface="Times New Roman" panose="02020603050405020304"/>
                <a:ea typeface="Times New Roman" panose="02020603050405020304"/>
                <a:cs typeface="Times New Roman" panose="02020603050405020304"/>
                <a:sym typeface="Times New Roman" panose="02020603050405020304"/>
              </a:rPr>
            </a:br>
            <a:endParaRPr lang="en-US">
              <a:latin typeface="Times New Roman" panose="02020603050405020304"/>
              <a:ea typeface="Times New Roman" panose="02020603050405020304"/>
              <a:cs typeface="Times New Roman" panose="02020603050405020304"/>
              <a:sym typeface="Times New Roman" panose="02020603050405020304"/>
            </a:endParaRPr>
          </a:p>
        </p:txBody>
      </p:sp>
      <p:sp>
        <p:nvSpPr>
          <p:cNvPr id="238" name="Google Shape;238;p1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239" name="Google Shape;239;p1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240" name="Google Shape;240;p1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mc:AlternateContent xmlns:mc="http://schemas.openxmlformats.org/markup-compatibility/2006" xmlns:p14="http://schemas.microsoft.com/office/powerpoint/2010/main">
        <mc:Choice Requires="p14">
          <p:contentPart r:id="rId1" p14:bwMode="auto">
            <p14:nvContentPartPr>
              <p14:cNvPr id="1" name="Ink 0"/>
              <p14:cNvContentPartPr/>
              <p14:nvPr/>
            </p14:nvContentPartPr>
            <p14:xfrm>
              <a:off x="666750" y="571500"/>
              <a:ext cx="2241550" cy="88900"/>
            </p14:xfrm>
          </p:contentPart>
        </mc:Choice>
        <mc:Fallback xmlns="">
          <p:pic>
            <p:nvPicPr>
              <p:cNvPr id="1" name="Ink 0"/>
            </p:nvPicPr>
            <p:blipFill>
              <a:blip r:embed="rId2"/>
            </p:blipFill>
            <p:spPr>
              <a:xfrm>
                <a:off x="666750" y="571500"/>
                <a:ext cx="2241550" cy="88900"/>
              </a:xfrm>
              <a:prstGeom prst="rect"/>
            </p:spPr>
          </p:pic>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44" name="Shape 244"/>
        <p:cNvGrpSpPr/>
        <p:nvPr/>
      </p:nvGrpSpPr>
      <p:grpSpPr>
        <a:xfrm>
          <a:off x="0" y="0"/>
          <a:ext cx="0" cy="0"/>
          <a:chOff x="0" y="0"/>
          <a:chExt cx="0" cy="0"/>
        </a:xfrm>
      </p:grpSpPr>
      <p:sp>
        <p:nvSpPr>
          <p:cNvPr id="245" name="Google Shape;245;p13"/>
          <p:cNvSpPr txBox="1"/>
          <p:nvPr>
            <p:ph type="body" idx="1"/>
          </p:nvPr>
        </p:nvSpPr>
        <p:spPr>
          <a:xfrm>
            <a:off x="0" y="228600"/>
            <a:ext cx="9067800" cy="548640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Clr>
                <a:schemeClr val="dk1"/>
              </a:buClr>
              <a:buSzPts val="3600"/>
              <a:buNone/>
            </a:pPr>
            <a:endParaRPr sz="360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720"/>
              </a:spcBef>
              <a:spcAft>
                <a:spcPts val="0"/>
              </a:spcAft>
              <a:buClr>
                <a:schemeClr val="dk1"/>
              </a:buClr>
              <a:buSzPts val="3600"/>
              <a:buFont typeface="Noto Sans Symbols"/>
              <a:buChar char="❖"/>
            </a:pPr>
            <a:r>
              <a:rPr lang="en-US" sz="3600">
                <a:latin typeface="Times New Roman" panose="02020603050405020304"/>
                <a:ea typeface="Times New Roman" panose="02020603050405020304"/>
                <a:cs typeface="Times New Roman" panose="02020603050405020304"/>
                <a:sym typeface="Times New Roman" panose="02020603050405020304"/>
              </a:rPr>
              <a:t> Kinematics: The branch of dynamics which deals with motion of bodies without considering the forces which cause motion is called kinematics.</a:t>
            </a:r>
            <a:endParaRPr sz="360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720"/>
              </a:spcBef>
              <a:spcAft>
                <a:spcPts val="0"/>
              </a:spcAft>
              <a:buClr>
                <a:schemeClr val="dk1"/>
              </a:buClr>
              <a:buSzPts val="3600"/>
              <a:buFont typeface="Noto Sans Symbols"/>
              <a:buChar char="❖"/>
            </a:pPr>
            <a:r>
              <a:rPr lang="en-US" sz="3600">
                <a:latin typeface="Times New Roman" panose="02020603050405020304"/>
                <a:ea typeface="Times New Roman" panose="02020603050405020304"/>
                <a:cs typeface="Times New Roman" panose="02020603050405020304"/>
                <a:sym typeface="Times New Roman" panose="02020603050405020304"/>
              </a:rPr>
              <a:t>Specially concern with the motion of the object without reference to the forces which causes the motion.</a:t>
            </a:r>
            <a:endParaRPr sz="360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720"/>
              </a:spcBef>
              <a:spcAft>
                <a:spcPts val="0"/>
              </a:spcAft>
              <a:buClr>
                <a:schemeClr val="dk1"/>
              </a:buClr>
              <a:buSzPts val="3600"/>
              <a:buFont typeface="Noto Sans Symbols"/>
              <a:buChar char="❖"/>
            </a:pPr>
            <a:r>
              <a:rPr lang="en-US" sz="3600">
                <a:latin typeface="Times New Roman" panose="02020603050405020304"/>
                <a:ea typeface="Times New Roman" panose="02020603050405020304"/>
                <a:cs typeface="Times New Roman" panose="02020603050405020304"/>
                <a:sym typeface="Times New Roman" panose="02020603050405020304"/>
              </a:rPr>
              <a:t>E.g Velocity and acceleration of the ball.</a:t>
            </a:r>
            <a:endParaRPr sz="3600">
              <a:latin typeface="Times New Roman" panose="02020603050405020304"/>
              <a:ea typeface="Times New Roman" panose="02020603050405020304"/>
              <a:cs typeface="Times New Roman" panose="02020603050405020304"/>
              <a:sym typeface="Times New Roman" panose="02020603050405020304"/>
            </a:endParaRPr>
          </a:p>
          <a:p>
            <a:pPr marL="342900" lvl="0" indent="-114300" algn="just" rtl="0">
              <a:spcBef>
                <a:spcPts val="720"/>
              </a:spcBef>
              <a:spcAft>
                <a:spcPts val="0"/>
              </a:spcAft>
              <a:buClr>
                <a:schemeClr val="dk1"/>
              </a:buClr>
              <a:buSzPts val="3600"/>
              <a:buFont typeface="Noto Sans Symbols"/>
              <a:buNone/>
            </a:pPr>
            <a:endParaRPr sz="3600">
              <a:latin typeface="Times New Roman" panose="02020603050405020304"/>
              <a:ea typeface="Times New Roman" panose="02020603050405020304"/>
              <a:cs typeface="Times New Roman" panose="02020603050405020304"/>
              <a:sym typeface="Times New Roman" panose="02020603050405020304"/>
            </a:endParaRPr>
          </a:p>
        </p:txBody>
      </p:sp>
      <p:sp>
        <p:nvSpPr>
          <p:cNvPr id="246" name="Google Shape;246;p1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247" name="Google Shape;247;p1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248" name="Google Shape;248;p1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252" name="Shape 252"/>
        <p:cNvGrpSpPr/>
        <p:nvPr/>
      </p:nvGrpSpPr>
      <p:grpSpPr>
        <a:xfrm>
          <a:off x="0" y="0"/>
          <a:ext cx="0" cy="0"/>
          <a:chOff x="0" y="0"/>
          <a:chExt cx="0" cy="0"/>
        </a:xfrm>
      </p:grpSpPr>
      <p:sp>
        <p:nvSpPr>
          <p:cNvPr id="253" name="Google Shape;253;p1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p>
        </p:txBody>
      </p:sp>
      <p:graphicFrame>
        <p:nvGraphicFramePr>
          <p:cNvPr id="254" name="Google Shape;254;p14"/>
          <p:cNvGraphicFramePr/>
          <p:nvPr/>
        </p:nvGraphicFramePr>
        <p:xfrm>
          <a:off x="0" y="167640"/>
          <a:ext cx="9067825" cy="6080750"/>
        </p:xfrm>
        <a:graphic>
          <a:graphicData uri="http://schemas.openxmlformats.org/drawingml/2006/table">
            <a:tbl>
              <a:tblPr firstRow="1" bandRow="1">
                <a:noFill/>
                <a:tableStyleId>{D12D16FE-4678-47A7-90BC-E46501DCB955}</a:tableStyleId>
              </a:tblPr>
              <a:tblGrid>
                <a:gridCol w="528175"/>
                <a:gridCol w="3888825"/>
                <a:gridCol w="4650825"/>
              </a:tblGrid>
              <a:tr h="1013450">
                <a:tc>
                  <a:txBody>
                    <a:bodyPr/>
                    <a:lstStyle/>
                    <a:p>
                      <a:pPr marL="0" marR="0" lvl="0" indent="0" algn="l" rtl="0">
                        <a:spcBef>
                          <a:spcPts val="0"/>
                        </a:spcBef>
                        <a:spcAft>
                          <a:spcPts val="0"/>
                        </a:spcAft>
                        <a:buNone/>
                      </a:pPr>
                      <a:r>
                        <a:rPr lang="en-US" sz="1800" u="none" strike="noStrike" cap="none">
                          <a:latin typeface="Times New Roman" panose="02020603050405020304"/>
                          <a:ea typeface="Times New Roman" panose="02020603050405020304"/>
                          <a:cs typeface="Times New Roman" panose="02020603050405020304"/>
                          <a:sym typeface="Times New Roman" panose="02020603050405020304"/>
                        </a:rPr>
                        <a:t>S.No</a:t>
                      </a:r>
                      <a:endParaRPr sz="1800">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tc>
                <a:tc>
                  <a:txBody>
                    <a:bodyPr/>
                    <a:lstStyle/>
                    <a:p>
                      <a:pPr marL="0" marR="0" lvl="0" indent="0" algn="l" rtl="0">
                        <a:spcBef>
                          <a:spcPts val="0"/>
                        </a:spcBef>
                        <a:spcAft>
                          <a:spcPts val="0"/>
                        </a:spcAft>
                        <a:buNone/>
                      </a:pPr>
                      <a:r>
                        <a:rPr lang="en-US" sz="2800">
                          <a:latin typeface="Times New Roman" panose="02020603050405020304"/>
                          <a:ea typeface="Times New Roman" panose="02020603050405020304"/>
                          <a:cs typeface="Times New Roman" panose="02020603050405020304"/>
                          <a:sym typeface="Times New Roman" panose="02020603050405020304"/>
                        </a:rPr>
                        <a:t>Kinetic</a:t>
                      </a:r>
                      <a:endParaRPr sz="2800">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tc>
                <a:tc>
                  <a:txBody>
                    <a:bodyPr/>
                    <a:lstStyle/>
                    <a:p>
                      <a:pPr marL="0" marR="0" lvl="0" indent="0" algn="l" rtl="0">
                        <a:spcBef>
                          <a:spcPts val="0"/>
                        </a:spcBef>
                        <a:spcAft>
                          <a:spcPts val="0"/>
                        </a:spcAft>
                        <a:buNone/>
                      </a:pPr>
                      <a:r>
                        <a:rPr lang="en-US" sz="2800">
                          <a:latin typeface="Times New Roman" panose="02020603050405020304"/>
                          <a:ea typeface="Times New Roman" panose="02020603050405020304"/>
                          <a:cs typeface="Times New Roman" panose="02020603050405020304"/>
                          <a:sym typeface="Times New Roman" panose="02020603050405020304"/>
                        </a:rPr>
                        <a:t>Kinematic</a:t>
                      </a:r>
                      <a:endParaRPr sz="2800">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tc>
              </a:tr>
              <a:tr h="1471150">
                <a:tc>
                  <a:txBody>
                    <a:bodyPr/>
                    <a:lstStyle/>
                    <a:p>
                      <a:pPr marL="0" marR="0" lvl="0" indent="0" algn="l" rtl="0">
                        <a:spcBef>
                          <a:spcPts val="0"/>
                        </a:spcBef>
                        <a:spcAft>
                          <a:spcPts val="0"/>
                        </a:spcAft>
                        <a:buNone/>
                      </a:pPr>
                      <a:r>
                        <a:rPr lang="en-US" sz="2800">
                          <a:latin typeface="Times New Roman" panose="02020603050405020304"/>
                          <a:ea typeface="Times New Roman" panose="02020603050405020304"/>
                          <a:cs typeface="Times New Roman" panose="02020603050405020304"/>
                          <a:sym typeface="Times New Roman" panose="02020603050405020304"/>
                        </a:rPr>
                        <a:t>1.</a:t>
                      </a:r>
                      <a:endParaRPr sz="2800">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tc>
                <a:tc>
                  <a:txBody>
                    <a:bodyPr/>
                    <a:lstStyle/>
                    <a:p>
                      <a:pPr marL="0" marR="0" lvl="0" indent="0" algn="l" rtl="0">
                        <a:spcBef>
                          <a:spcPts val="0"/>
                        </a:spcBef>
                        <a:spcAft>
                          <a:spcPts val="0"/>
                        </a:spcAft>
                        <a:buNone/>
                      </a:pPr>
                      <a:r>
                        <a:rPr lang="en-US" sz="2800">
                          <a:latin typeface="Times New Roman" panose="02020603050405020304"/>
                          <a:ea typeface="Times New Roman" panose="02020603050405020304"/>
                          <a:cs typeface="Times New Roman" panose="02020603050405020304"/>
                          <a:sym typeface="Times New Roman" panose="02020603050405020304"/>
                        </a:rPr>
                        <a:t>Deals with the causes for the motions of the object.</a:t>
                      </a:r>
                      <a:endParaRPr sz="2800">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tc>
                <a:tc>
                  <a:txBody>
                    <a:bodyPr/>
                    <a:lstStyle/>
                    <a:p>
                      <a:pPr marL="0" marR="0" lvl="0" indent="0" algn="l" rtl="0">
                        <a:spcBef>
                          <a:spcPts val="0"/>
                        </a:spcBef>
                        <a:spcAft>
                          <a:spcPts val="0"/>
                        </a:spcAft>
                        <a:buNone/>
                      </a:pPr>
                      <a:r>
                        <a:rPr lang="en-US" sz="2800">
                          <a:latin typeface="Times New Roman" panose="02020603050405020304"/>
                          <a:ea typeface="Times New Roman" panose="02020603050405020304"/>
                          <a:cs typeface="Times New Roman" panose="02020603050405020304"/>
                          <a:sym typeface="Times New Roman" panose="02020603050405020304"/>
                        </a:rPr>
                        <a:t>Deals with the position, acceleration, velocity, speed of an object.</a:t>
                      </a:r>
                      <a:endParaRPr sz="2800">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tc>
              </a:tr>
              <a:tr h="1471150">
                <a:tc>
                  <a:txBody>
                    <a:bodyPr/>
                    <a:lstStyle/>
                    <a:p>
                      <a:pPr marL="0" marR="0" lvl="0" indent="0" algn="l" rtl="0">
                        <a:spcBef>
                          <a:spcPts val="0"/>
                        </a:spcBef>
                        <a:spcAft>
                          <a:spcPts val="0"/>
                        </a:spcAft>
                        <a:buNone/>
                      </a:pPr>
                      <a:r>
                        <a:rPr lang="en-US" sz="2800">
                          <a:latin typeface="Times New Roman" panose="02020603050405020304"/>
                          <a:ea typeface="Times New Roman" panose="02020603050405020304"/>
                          <a:cs typeface="Times New Roman" panose="02020603050405020304"/>
                          <a:sym typeface="Times New Roman" panose="02020603050405020304"/>
                        </a:rPr>
                        <a:t>2.</a:t>
                      </a:r>
                      <a:endParaRPr sz="2800">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tc>
                <a:tc>
                  <a:txBody>
                    <a:bodyPr/>
                    <a:lstStyle/>
                    <a:p>
                      <a:pPr marL="0" marR="0" lvl="0" indent="0" algn="l" rtl="0">
                        <a:spcBef>
                          <a:spcPts val="0"/>
                        </a:spcBef>
                        <a:spcAft>
                          <a:spcPts val="0"/>
                        </a:spcAft>
                        <a:buNone/>
                      </a:pPr>
                      <a:r>
                        <a:rPr lang="en-US" sz="2800">
                          <a:latin typeface="Times New Roman" panose="02020603050405020304"/>
                          <a:ea typeface="Times New Roman" panose="02020603050405020304"/>
                          <a:cs typeface="Times New Roman" panose="02020603050405020304"/>
                          <a:sym typeface="Times New Roman" panose="02020603050405020304"/>
                        </a:rPr>
                        <a:t>Mass of an object is taken into  consideration.</a:t>
                      </a:r>
                      <a:endParaRPr sz="2800">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a:latin typeface="Times New Roman" panose="02020603050405020304"/>
                          <a:ea typeface="Times New Roman" panose="02020603050405020304"/>
                          <a:cs typeface="Times New Roman" panose="02020603050405020304"/>
                          <a:sym typeface="Times New Roman" panose="02020603050405020304"/>
                        </a:rPr>
                        <a:t>Mass of an object is not  taken into  consideration.</a:t>
                      </a:r>
                      <a:endParaRPr sz="2800">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2800">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tc>
              </a:tr>
              <a:tr h="1013450">
                <a:tc>
                  <a:txBody>
                    <a:bodyPr/>
                    <a:lstStyle/>
                    <a:p>
                      <a:pPr marL="0" marR="0" lvl="0" indent="0" algn="l" rtl="0">
                        <a:spcBef>
                          <a:spcPts val="0"/>
                        </a:spcBef>
                        <a:spcAft>
                          <a:spcPts val="0"/>
                        </a:spcAft>
                        <a:buNone/>
                      </a:pPr>
                      <a:r>
                        <a:rPr lang="en-US" sz="2800">
                          <a:latin typeface="Times New Roman" panose="02020603050405020304"/>
                          <a:ea typeface="Times New Roman" panose="02020603050405020304"/>
                          <a:cs typeface="Times New Roman" panose="02020603050405020304"/>
                          <a:sym typeface="Times New Roman" panose="02020603050405020304"/>
                        </a:rPr>
                        <a:t>3.</a:t>
                      </a:r>
                      <a:endParaRPr sz="2800">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tc>
                <a:tc>
                  <a:txBody>
                    <a:bodyPr/>
                    <a:lstStyle/>
                    <a:p>
                      <a:pPr marL="0" marR="0" lvl="0" indent="0" algn="l" rtl="0">
                        <a:spcBef>
                          <a:spcPts val="0"/>
                        </a:spcBef>
                        <a:spcAft>
                          <a:spcPts val="0"/>
                        </a:spcAft>
                        <a:buNone/>
                      </a:pPr>
                      <a:r>
                        <a:rPr lang="en-US" sz="2800">
                          <a:latin typeface="Times New Roman" panose="02020603050405020304"/>
                          <a:ea typeface="Times New Roman" panose="02020603050405020304"/>
                          <a:cs typeface="Times New Roman" panose="02020603050405020304"/>
                          <a:sym typeface="Times New Roman" panose="02020603050405020304"/>
                        </a:rPr>
                        <a:t>Use kinetics in designing of different machine etc.</a:t>
                      </a:r>
                      <a:endParaRPr sz="2800">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tc>
                <a:tc>
                  <a:txBody>
                    <a:bodyPr/>
                    <a:lstStyle/>
                    <a:p>
                      <a:pPr marL="0" marR="0" lvl="0" indent="0" algn="l" rtl="0">
                        <a:spcBef>
                          <a:spcPts val="0"/>
                        </a:spcBef>
                        <a:spcAft>
                          <a:spcPts val="0"/>
                        </a:spcAft>
                        <a:buNone/>
                      </a:pPr>
                      <a:r>
                        <a:rPr lang="en-US" sz="2800">
                          <a:latin typeface="Times New Roman" panose="02020603050405020304"/>
                          <a:ea typeface="Times New Roman" panose="02020603050405020304"/>
                          <a:cs typeface="Times New Roman" panose="02020603050405020304"/>
                          <a:sym typeface="Times New Roman" panose="02020603050405020304"/>
                        </a:rPr>
                        <a:t>Use kinematics in the study between the components.</a:t>
                      </a:r>
                      <a:endParaRPr sz="2800">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tc>
              </a:tr>
              <a:tr h="555775">
                <a:tc>
                  <a:txBody>
                    <a:bodyPr/>
                    <a:lstStyle/>
                    <a:p>
                      <a:pPr marL="0" marR="0" lvl="0" indent="0" algn="l" rtl="0">
                        <a:spcBef>
                          <a:spcPts val="0"/>
                        </a:spcBef>
                        <a:spcAft>
                          <a:spcPts val="0"/>
                        </a:spcAft>
                        <a:buNone/>
                      </a:pPr>
                      <a:r>
                        <a:rPr lang="en-US" sz="2800">
                          <a:latin typeface="Times New Roman" panose="02020603050405020304"/>
                          <a:ea typeface="Times New Roman" panose="02020603050405020304"/>
                          <a:cs typeface="Times New Roman" panose="02020603050405020304"/>
                          <a:sym typeface="Times New Roman" panose="02020603050405020304"/>
                        </a:rPr>
                        <a:t>4.</a:t>
                      </a:r>
                      <a:endParaRPr sz="2800">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tc>
                <a:tc>
                  <a:txBody>
                    <a:bodyPr/>
                    <a:lstStyle/>
                    <a:p>
                      <a:pPr marL="0" marR="0" lvl="0" indent="0" algn="l" rtl="0">
                        <a:spcBef>
                          <a:spcPts val="0"/>
                        </a:spcBef>
                        <a:spcAft>
                          <a:spcPts val="0"/>
                        </a:spcAft>
                        <a:buNone/>
                      </a:pPr>
                      <a:endParaRPr sz="2800">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tc>
                <a:tc>
                  <a:txBody>
                    <a:bodyPr/>
                    <a:lstStyle/>
                    <a:p>
                      <a:pPr marL="0" marR="0" lvl="0" indent="0" algn="l" rtl="0">
                        <a:spcBef>
                          <a:spcPts val="0"/>
                        </a:spcBef>
                        <a:spcAft>
                          <a:spcPts val="0"/>
                        </a:spcAft>
                        <a:buNone/>
                      </a:pPr>
                      <a:endParaRPr sz="2800">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tc>
              </a:tr>
              <a:tr h="555775">
                <a:tc>
                  <a:txBody>
                    <a:bodyPr/>
                    <a:lstStyle/>
                    <a:p>
                      <a:pPr marL="0" marR="0" lvl="0" indent="0" algn="l" rtl="0">
                        <a:spcBef>
                          <a:spcPts val="0"/>
                        </a:spcBef>
                        <a:spcAft>
                          <a:spcPts val="0"/>
                        </a:spcAft>
                        <a:buNone/>
                      </a:pPr>
                      <a:r>
                        <a:rPr lang="en-US" sz="2800">
                          <a:latin typeface="Times New Roman" panose="02020603050405020304"/>
                          <a:ea typeface="Times New Roman" panose="02020603050405020304"/>
                          <a:cs typeface="Times New Roman" panose="02020603050405020304"/>
                          <a:sym typeface="Times New Roman" panose="02020603050405020304"/>
                        </a:rPr>
                        <a:t>5.</a:t>
                      </a:r>
                      <a:endParaRPr sz="2800">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tc>
                <a:tc>
                  <a:txBody>
                    <a:bodyPr/>
                    <a:lstStyle/>
                    <a:p>
                      <a:pPr marL="0" marR="0" lvl="0" indent="0" algn="l" rtl="0">
                        <a:spcBef>
                          <a:spcPts val="0"/>
                        </a:spcBef>
                        <a:spcAft>
                          <a:spcPts val="0"/>
                        </a:spcAft>
                        <a:buNone/>
                      </a:pPr>
                      <a:endParaRPr sz="2800">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tc>
                <a:tc>
                  <a:txBody>
                    <a:bodyPr/>
                    <a:lstStyle/>
                    <a:p>
                      <a:pPr marL="0" marR="0" lvl="0" indent="0" algn="l" rtl="0">
                        <a:spcBef>
                          <a:spcPts val="0"/>
                        </a:spcBef>
                        <a:spcAft>
                          <a:spcPts val="0"/>
                        </a:spcAft>
                        <a:buNone/>
                      </a:pPr>
                      <a:endParaRPr sz="2800">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tc>
              </a:tr>
            </a:tbl>
          </a:graphicData>
        </a:graphic>
      </p:graphicFrame>
      <p:sp>
        <p:nvSpPr>
          <p:cNvPr id="255" name="Google Shape;255;p1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256" name="Google Shape;256;p1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257" name="Google Shape;257;p1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261" name="Shape 261"/>
        <p:cNvGrpSpPr/>
        <p:nvPr/>
      </p:nvGrpSpPr>
      <p:grpSpPr>
        <a:xfrm>
          <a:off x="0" y="0"/>
          <a:ext cx="0" cy="0"/>
          <a:chOff x="0" y="0"/>
          <a:chExt cx="0" cy="0"/>
        </a:xfrm>
      </p:grpSpPr>
      <p:sp>
        <p:nvSpPr>
          <p:cNvPr id="262" name="Google Shape;262;p15"/>
          <p:cNvSpPr txBox="1"/>
          <p:nvPr>
            <p:ph type="title"/>
          </p:nvPr>
        </p:nvSpPr>
        <p:spPr>
          <a:xfrm>
            <a:off x="457200" y="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Physical Quantity</a:t>
            </a:r>
            <a:endParaRPr b="1">
              <a:latin typeface="Times New Roman" panose="02020603050405020304"/>
              <a:ea typeface="Times New Roman" panose="02020603050405020304"/>
              <a:cs typeface="Times New Roman" panose="02020603050405020304"/>
              <a:sym typeface="Times New Roman" panose="02020603050405020304"/>
            </a:endParaRPr>
          </a:p>
        </p:txBody>
      </p:sp>
      <p:sp>
        <p:nvSpPr>
          <p:cNvPr id="263" name="Google Shape;263;p15"/>
          <p:cNvSpPr txBox="1"/>
          <p:nvPr>
            <p:ph type="body" idx="1"/>
          </p:nvPr>
        </p:nvSpPr>
        <p:spPr>
          <a:xfrm>
            <a:off x="381000" y="914400"/>
            <a:ext cx="82296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000"/>
              <a:buNone/>
            </a:pPr>
            <a:r>
              <a:rPr lang="en-US" sz="4000">
                <a:latin typeface="Times New Roman" panose="02020603050405020304"/>
                <a:ea typeface="Times New Roman" panose="02020603050405020304"/>
                <a:cs typeface="Times New Roman" panose="02020603050405020304"/>
                <a:sym typeface="Times New Roman" panose="02020603050405020304"/>
              </a:rPr>
              <a:t>Any quantity which can be measured is called physical quantity. </a:t>
            </a:r>
            <a:endParaRPr sz="4000">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64" name="Google Shape;264;p15"/>
          <p:cNvGrpSpPr/>
          <p:nvPr/>
        </p:nvGrpSpPr>
        <p:grpSpPr>
          <a:xfrm>
            <a:off x="2463890" y="2439630"/>
            <a:ext cx="4292420" cy="3832940"/>
            <a:chOff x="2235290" y="229830"/>
            <a:chExt cx="4292420" cy="3832940"/>
          </a:xfrm>
        </p:grpSpPr>
        <p:sp>
          <p:nvSpPr>
            <p:cNvPr id="265" name="Google Shape;265;p15"/>
            <p:cNvSpPr/>
            <p:nvPr/>
          </p:nvSpPr>
          <p:spPr>
            <a:xfrm>
              <a:off x="3737610" y="1997431"/>
              <a:ext cx="1287780" cy="1287780"/>
            </a:xfrm>
            <a:prstGeom prst="roundRect">
              <a:avLst>
                <a:gd name="adj" fmla="val 16667"/>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6" name="Google Shape;266;p15"/>
            <p:cNvSpPr txBox="1"/>
            <p:nvPr/>
          </p:nvSpPr>
          <p:spPr>
            <a:xfrm>
              <a:off x="3737610" y="1997431"/>
              <a:ext cx="1287780" cy="1287780"/>
            </a:xfrm>
            <a:prstGeom prst="rect">
              <a:avLst/>
            </a:prstGeom>
            <a:noFill/>
            <a:ln>
              <a:noFill/>
            </a:ln>
          </p:spPr>
          <p:txBody>
            <a:bodyPr spcFirstLastPara="1" wrap="square" lIns="81275" tIns="81275" rIns="81275" bIns="81275" anchor="ctr" anchorCtr="0">
              <a:noAutofit/>
            </a:bodyPr>
            <a:lstStyle/>
            <a:p>
              <a:pPr marL="0" marR="0" lvl="0" indent="0" algn="ctr" rtl="0">
                <a:lnSpc>
                  <a:spcPct val="100000"/>
                </a:lnSpc>
                <a:spcBef>
                  <a:spcPts val="0"/>
                </a:spcBef>
                <a:spcAft>
                  <a:spcPts val="0"/>
                </a:spcAft>
                <a:buNone/>
              </a:pPr>
              <a:r>
                <a:rPr lang="en-US" sz="3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Two Types</a:t>
              </a:r>
              <a:endParaRPr lang="en-US" sz="3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7" name="Google Shape;267;p15"/>
            <p:cNvSpPr/>
            <p:nvPr/>
          </p:nvSpPr>
          <p:spPr>
            <a:xfrm>
              <a:off x="3929106" y="1513287"/>
              <a:ext cx="904788" cy="63500"/>
            </a:xfrm>
            <a:custGeom>
              <a:avLst/>
              <a:gdLst/>
              <a:ahLst/>
              <a:cxnLst/>
              <a:rect l="l" t="t" r="r" b="b"/>
              <a:pathLst>
                <a:path w="1425" h="100" extrusionOk="0">
                  <a:moveTo>
                    <a:pt x="712" y="762"/>
                  </a:moveTo>
                  <a:lnTo>
                    <a:pt x="712" y="-662"/>
                  </a:lnTo>
                </a:path>
              </a:pathLst>
            </a:custGeom>
            <a:noFill/>
            <a:ln w="25400" cap="flat" cmpd="sng">
              <a:solidFill>
                <a:srgbClr val="3E6695"/>
              </a:solidFill>
              <a:prstDash val="solid"/>
              <a:round/>
              <a:headEnd type="none" w="sm" len="sm"/>
              <a:tailEnd type="none" w="sm" len="sm"/>
            </a:ln>
          </p:spPr>
        </p:sp>
        <p:sp>
          <p:nvSpPr>
            <p:cNvPr id="268" name="Google Shape;268;p15"/>
            <p:cNvSpPr txBox="1"/>
            <p:nvPr/>
          </p:nvSpPr>
          <p:spPr>
            <a:xfrm>
              <a:off x="3929106" y="1513287"/>
              <a:ext cx="904788" cy="6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9" name="Google Shape;269;p15"/>
            <p:cNvSpPr/>
            <p:nvPr/>
          </p:nvSpPr>
          <p:spPr>
            <a:xfrm>
              <a:off x="3950094" y="229830"/>
              <a:ext cx="862813" cy="862813"/>
            </a:xfrm>
            <a:prstGeom prst="roundRect">
              <a:avLst>
                <a:gd name="adj" fmla="val 16667"/>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0" name="Google Shape;270;p15"/>
            <p:cNvSpPr txBox="1"/>
            <p:nvPr/>
          </p:nvSpPr>
          <p:spPr>
            <a:xfrm>
              <a:off x="3950094" y="229830"/>
              <a:ext cx="862813" cy="862813"/>
            </a:xfrm>
            <a:prstGeom prst="rect">
              <a:avLst/>
            </a:prstGeom>
            <a:noFill/>
            <a:ln>
              <a:noFill/>
            </a:ln>
          </p:spPr>
          <p:txBody>
            <a:bodyPr spcFirstLastPara="1" wrap="square" lIns="38100" tIns="38100" rIns="38100" bIns="38100" anchor="ctr" anchorCtr="0">
              <a:noAutofit/>
            </a:bodyPr>
            <a:lstStyle/>
            <a:p>
              <a:pPr marL="0" marR="0" lvl="0" indent="0" algn="ctr" rtl="0">
                <a:lnSpc>
                  <a:spcPct val="100000"/>
                </a:lnSpc>
                <a:spcBef>
                  <a:spcPts val="0"/>
                </a:spcBef>
                <a:spcAft>
                  <a:spcPts val="0"/>
                </a:spcAft>
                <a:buNone/>
              </a:pPr>
              <a:r>
                <a:rPr lang="en-US" sz="15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Physical Quantity</a:t>
              </a:r>
              <a:endParaRPr lang="en-US" sz="15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1" name="Google Shape;271;p15"/>
            <p:cNvSpPr/>
            <p:nvPr/>
          </p:nvSpPr>
          <p:spPr>
            <a:xfrm>
              <a:off x="4975924" y="3165931"/>
              <a:ext cx="738439" cy="63500"/>
            </a:xfrm>
            <a:custGeom>
              <a:avLst/>
              <a:gdLst/>
              <a:ahLst/>
              <a:cxnLst/>
              <a:rect l="l" t="t" r="r" b="b"/>
              <a:pathLst>
                <a:path w="1163" h="100" extrusionOk="0">
                  <a:moveTo>
                    <a:pt x="78" y="-241"/>
                  </a:moveTo>
                  <a:lnTo>
                    <a:pt x="1085" y="341"/>
                  </a:lnTo>
                </a:path>
              </a:pathLst>
            </a:custGeom>
            <a:noFill/>
            <a:ln w="25400" cap="flat" cmpd="sng">
              <a:solidFill>
                <a:srgbClr val="3E6695"/>
              </a:solidFill>
              <a:prstDash val="solid"/>
              <a:round/>
              <a:headEnd type="none" w="sm" len="sm"/>
              <a:tailEnd type="none" w="sm" len="sm"/>
            </a:ln>
          </p:spPr>
        </p:sp>
        <p:sp>
          <p:nvSpPr>
            <p:cNvPr id="272" name="Google Shape;272;p15"/>
            <p:cNvSpPr txBox="1"/>
            <p:nvPr/>
          </p:nvSpPr>
          <p:spPr>
            <a:xfrm>
              <a:off x="4975924" y="3165931"/>
              <a:ext cx="738439" cy="6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3" name="Google Shape;273;p15"/>
            <p:cNvSpPr/>
            <p:nvPr/>
          </p:nvSpPr>
          <p:spPr>
            <a:xfrm>
              <a:off x="5664897" y="3199957"/>
              <a:ext cx="862813" cy="862813"/>
            </a:xfrm>
            <a:prstGeom prst="roundRect">
              <a:avLst>
                <a:gd name="adj" fmla="val 16667"/>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4" name="Google Shape;274;p15"/>
            <p:cNvSpPr txBox="1"/>
            <p:nvPr/>
          </p:nvSpPr>
          <p:spPr>
            <a:xfrm>
              <a:off x="5664897" y="3199957"/>
              <a:ext cx="862813" cy="862813"/>
            </a:xfrm>
            <a:prstGeom prst="rect">
              <a:avLst/>
            </a:prstGeom>
            <a:noFill/>
            <a:ln>
              <a:noFill/>
            </a:ln>
          </p:spPr>
          <p:txBody>
            <a:bodyPr spcFirstLastPara="1" wrap="square" lIns="35550" tIns="35550" rIns="35550" bIns="35550" anchor="ctr" anchorCtr="0">
              <a:noAutofit/>
            </a:bodyPr>
            <a:lstStyle/>
            <a:p>
              <a:pPr marL="0" marR="0" lvl="0" indent="0" algn="ctr" rtl="0">
                <a:lnSpc>
                  <a:spcPct val="100000"/>
                </a:lnSpc>
                <a:spcBef>
                  <a:spcPts val="0"/>
                </a:spcBef>
                <a:spcAft>
                  <a:spcPts val="0"/>
                </a:spcAft>
                <a:buNone/>
              </a:pPr>
              <a:r>
                <a:rPr lang="en-US"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Derived quantities</a:t>
              </a:r>
              <a:endParaRPr lang="en-US"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5" name="Google Shape;275;p15"/>
            <p:cNvSpPr/>
            <p:nvPr/>
          </p:nvSpPr>
          <p:spPr>
            <a:xfrm>
              <a:off x="3048637" y="3165931"/>
              <a:ext cx="738439" cy="63500"/>
            </a:xfrm>
            <a:custGeom>
              <a:avLst/>
              <a:gdLst/>
              <a:ahLst/>
              <a:cxnLst/>
              <a:rect l="l" t="t" r="r" b="b"/>
              <a:pathLst>
                <a:path w="1163" h="100" extrusionOk="0">
                  <a:moveTo>
                    <a:pt x="1085" y="-241"/>
                  </a:moveTo>
                  <a:lnTo>
                    <a:pt x="78" y="341"/>
                  </a:lnTo>
                </a:path>
              </a:pathLst>
            </a:custGeom>
            <a:noFill/>
            <a:ln w="25400" cap="flat" cmpd="sng">
              <a:solidFill>
                <a:srgbClr val="3E6695"/>
              </a:solidFill>
              <a:prstDash val="solid"/>
              <a:round/>
              <a:headEnd type="none" w="sm" len="sm"/>
              <a:tailEnd type="none" w="sm" len="sm"/>
            </a:ln>
          </p:spPr>
        </p:sp>
        <p:sp>
          <p:nvSpPr>
            <p:cNvPr id="276" name="Google Shape;276;p15"/>
            <p:cNvSpPr txBox="1"/>
            <p:nvPr/>
          </p:nvSpPr>
          <p:spPr>
            <a:xfrm>
              <a:off x="3048637" y="3165931"/>
              <a:ext cx="738439" cy="6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7" name="Google Shape;277;p15"/>
            <p:cNvSpPr/>
            <p:nvPr/>
          </p:nvSpPr>
          <p:spPr>
            <a:xfrm>
              <a:off x="2235290" y="3199957"/>
              <a:ext cx="862813" cy="862813"/>
            </a:xfrm>
            <a:prstGeom prst="roundRect">
              <a:avLst>
                <a:gd name="adj" fmla="val 16667"/>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8" name="Google Shape;278;p15"/>
            <p:cNvSpPr txBox="1"/>
            <p:nvPr/>
          </p:nvSpPr>
          <p:spPr>
            <a:xfrm>
              <a:off x="2235290" y="3199957"/>
              <a:ext cx="862813" cy="862813"/>
            </a:xfrm>
            <a:prstGeom prst="rect">
              <a:avLst/>
            </a:prstGeom>
            <a:noFill/>
            <a:ln>
              <a:noFill/>
            </a:ln>
          </p:spPr>
          <p:txBody>
            <a:bodyPr spcFirstLastPara="1" wrap="square" lIns="25400" tIns="25400" rIns="25400" bIns="25400" anchor="ctr" anchorCtr="0">
              <a:noAutofit/>
            </a:bodyPr>
            <a:lstStyle/>
            <a:p>
              <a:pPr marL="0" marR="0" lvl="0" indent="0" algn="ctr" rtl="0">
                <a:lnSpc>
                  <a:spcPct val="100000"/>
                </a:lnSpc>
                <a:spcBef>
                  <a:spcPts val="0"/>
                </a:spcBef>
                <a:spcAft>
                  <a:spcPts val="0"/>
                </a:spcAft>
                <a:buNone/>
              </a:pPr>
              <a:r>
                <a:rPr lang="en-US" sz="1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Fundamental or Basic quantities</a:t>
              </a:r>
              <a:endParaRPr lang="en-US" sz="1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79" name="Google Shape;279;p1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280" name="Google Shape;280;p1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281" name="Google Shape;281;p1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285" name="Shape 285"/>
        <p:cNvGrpSpPr/>
        <p:nvPr/>
      </p:nvGrpSpPr>
      <p:grpSpPr>
        <a:xfrm>
          <a:off x="0" y="0"/>
          <a:ext cx="0" cy="0"/>
          <a:chOff x="0" y="0"/>
          <a:chExt cx="0" cy="0"/>
        </a:xfrm>
      </p:grpSpPr>
      <p:sp>
        <p:nvSpPr>
          <p:cNvPr id="286" name="Google Shape;286;p16"/>
          <p:cNvSpPr txBox="1"/>
          <p:nvPr>
            <p:ph type="body" idx="1"/>
          </p:nvPr>
        </p:nvSpPr>
        <p:spPr>
          <a:xfrm>
            <a:off x="152400" y="6926"/>
            <a:ext cx="8763000" cy="6851073"/>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Clr>
                <a:schemeClr val="dk1"/>
              </a:buClr>
              <a:buSzPts val="3600"/>
              <a:buNone/>
            </a:pPr>
            <a:r>
              <a:rPr lang="en-US" sz="3600" b="1">
                <a:latin typeface="Times New Roman" panose="02020603050405020304"/>
                <a:ea typeface="Times New Roman" panose="02020603050405020304"/>
                <a:cs typeface="Times New Roman" panose="02020603050405020304"/>
                <a:sym typeface="Times New Roman" panose="02020603050405020304"/>
              </a:rPr>
              <a:t>1. Fundamental or basic quantities: </a:t>
            </a:r>
            <a:endParaRPr sz="3600" b="1">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720"/>
              </a:spcBef>
              <a:spcAft>
                <a:spcPts val="0"/>
              </a:spcAft>
              <a:buClr>
                <a:schemeClr val="dk1"/>
              </a:buClr>
              <a:buSzPts val="3600"/>
              <a:buChar char="•"/>
            </a:pPr>
            <a:r>
              <a:rPr lang="en-US" sz="3600">
                <a:latin typeface="Times New Roman" panose="02020603050405020304"/>
                <a:ea typeface="Times New Roman" panose="02020603050405020304"/>
                <a:cs typeface="Times New Roman" panose="02020603050405020304"/>
                <a:sym typeface="Times New Roman" panose="02020603050405020304"/>
              </a:rPr>
              <a:t>The mutually independent quantities are called fundamental or basic quantities. </a:t>
            </a:r>
            <a:endParaRPr sz="360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720"/>
              </a:spcBef>
              <a:spcAft>
                <a:spcPts val="0"/>
              </a:spcAft>
              <a:buClr>
                <a:schemeClr val="dk1"/>
              </a:buClr>
              <a:buSzPts val="3600"/>
              <a:buNone/>
            </a:pPr>
            <a:r>
              <a:rPr lang="en-US" sz="3600" b="1">
                <a:latin typeface="Times New Roman" panose="02020603050405020304"/>
                <a:ea typeface="Times New Roman" panose="02020603050405020304"/>
                <a:cs typeface="Times New Roman" panose="02020603050405020304"/>
                <a:sym typeface="Times New Roman" panose="02020603050405020304"/>
              </a:rPr>
              <a:t>2. Derived Quantities: </a:t>
            </a:r>
            <a:endParaRPr sz="3600" b="1">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720"/>
              </a:spcBef>
              <a:spcAft>
                <a:spcPts val="0"/>
              </a:spcAft>
              <a:buClr>
                <a:schemeClr val="dk1"/>
              </a:buClr>
              <a:buSzPts val="3600"/>
              <a:buChar char="•"/>
            </a:pPr>
            <a:r>
              <a:rPr lang="en-US" sz="3600">
                <a:latin typeface="Times New Roman" panose="02020603050405020304"/>
                <a:ea typeface="Times New Roman" panose="02020603050405020304"/>
                <a:cs typeface="Times New Roman" panose="02020603050405020304"/>
                <a:sym typeface="Times New Roman" panose="02020603050405020304"/>
              </a:rPr>
              <a:t>The quantities which can be expressed in terms of fundamental or basic quantities are called derived quantities e.g.</a:t>
            </a:r>
            <a:endParaRPr sz="360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720"/>
              </a:spcBef>
              <a:spcAft>
                <a:spcPts val="0"/>
              </a:spcAft>
              <a:buClr>
                <a:schemeClr val="dk1"/>
              </a:buClr>
              <a:buSzPts val="3600"/>
              <a:buFont typeface="Noto Sans Symbols"/>
              <a:buChar char="⮚"/>
            </a:pPr>
            <a:r>
              <a:rPr lang="en-US" sz="3600">
                <a:latin typeface="Times New Roman" panose="02020603050405020304"/>
                <a:ea typeface="Times New Roman" panose="02020603050405020304"/>
                <a:cs typeface="Times New Roman" panose="02020603050405020304"/>
                <a:sym typeface="Times New Roman" panose="02020603050405020304"/>
              </a:rPr>
              <a:t> Velocity = Displacement/ Time = Length/Time </a:t>
            </a:r>
            <a:endParaRPr sz="360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720"/>
              </a:spcBef>
              <a:spcAft>
                <a:spcPts val="0"/>
              </a:spcAft>
              <a:buClr>
                <a:schemeClr val="dk1"/>
              </a:buClr>
              <a:buSzPts val="3600"/>
              <a:buFont typeface="Noto Sans Symbols"/>
              <a:buChar char="⮚"/>
            </a:pPr>
            <a:r>
              <a:rPr lang="en-US" sz="3600">
                <a:latin typeface="Times New Roman" panose="02020603050405020304"/>
                <a:ea typeface="Times New Roman" panose="02020603050405020304"/>
                <a:cs typeface="Times New Roman" panose="02020603050405020304"/>
                <a:sym typeface="Times New Roman" panose="02020603050405020304"/>
              </a:rPr>
              <a:t> Linear momentum = Mass x velocity </a:t>
            </a:r>
            <a:endParaRPr sz="360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720"/>
              </a:spcBef>
              <a:spcAft>
                <a:spcPts val="0"/>
              </a:spcAft>
              <a:buClr>
                <a:schemeClr val="dk1"/>
              </a:buClr>
              <a:buSzPts val="3600"/>
              <a:buNone/>
            </a:pPr>
            <a:r>
              <a:rPr lang="en-US" sz="3600">
                <a:latin typeface="Times New Roman" panose="02020603050405020304"/>
                <a:ea typeface="Times New Roman" panose="02020603050405020304"/>
                <a:cs typeface="Times New Roman" panose="02020603050405020304"/>
                <a:sym typeface="Times New Roman" panose="02020603050405020304"/>
              </a:rPr>
              <a:t>                                   = Mass x Length/ Time</a:t>
            </a:r>
            <a:endParaRPr sz="3600">
              <a:latin typeface="Times New Roman" panose="02020603050405020304"/>
              <a:ea typeface="Times New Roman" panose="02020603050405020304"/>
              <a:cs typeface="Times New Roman" panose="02020603050405020304"/>
              <a:sym typeface="Times New Roman" panose="02020603050405020304"/>
            </a:endParaRPr>
          </a:p>
        </p:txBody>
      </p:sp>
      <p:sp>
        <p:nvSpPr>
          <p:cNvPr id="287" name="Google Shape;287;p1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288" name="Google Shape;288;p1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289" name="Google Shape;289;p1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293" name="Shape 293"/>
        <p:cNvGrpSpPr/>
        <p:nvPr/>
      </p:nvGrpSpPr>
      <p:grpSpPr>
        <a:xfrm>
          <a:off x="0" y="0"/>
          <a:ext cx="0" cy="0"/>
          <a:chOff x="0" y="0"/>
          <a:chExt cx="0" cy="0"/>
        </a:xfrm>
      </p:grpSpPr>
      <p:sp>
        <p:nvSpPr>
          <p:cNvPr id="294" name="Google Shape;294;p17"/>
          <p:cNvSpPr txBox="1"/>
          <p:nvPr>
            <p:ph type="title"/>
          </p:nvPr>
        </p:nvSpPr>
        <p:spPr>
          <a:xfrm>
            <a:off x="457200" y="274638"/>
            <a:ext cx="8229600" cy="94456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SYSTEMS OF UNITS</a:t>
            </a:r>
            <a:endParaRPr b="1">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95" name="Google Shape;295;p17"/>
          <p:cNvGrpSpPr/>
          <p:nvPr/>
        </p:nvGrpSpPr>
        <p:grpSpPr>
          <a:xfrm>
            <a:off x="228600" y="1598314"/>
            <a:ext cx="8534400" cy="3852396"/>
            <a:chOff x="0" y="226714"/>
            <a:chExt cx="8534400" cy="3852396"/>
          </a:xfrm>
        </p:grpSpPr>
        <p:sp>
          <p:nvSpPr>
            <p:cNvPr id="296" name="Google Shape;296;p17"/>
            <p:cNvSpPr/>
            <p:nvPr/>
          </p:nvSpPr>
          <p:spPr>
            <a:xfrm>
              <a:off x="893135" y="1360996"/>
              <a:ext cx="2251956" cy="1395282"/>
            </a:xfrm>
            <a:custGeom>
              <a:avLst/>
              <a:gdLst/>
              <a:ahLst/>
              <a:cxnLst/>
              <a:rect l="l" t="t" r="r" b="b"/>
              <a:pathLst>
                <a:path w="3546" h="2197" extrusionOk="0">
                  <a:moveTo>
                    <a:pt x="3546" y="0"/>
                  </a:moveTo>
                  <a:lnTo>
                    <a:pt x="3546" y="1698"/>
                  </a:lnTo>
                  <a:lnTo>
                    <a:pt x="0" y="1698"/>
                  </a:lnTo>
                  <a:lnTo>
                    <a:pt x="0" y="2197"/>
                  </a:lnTo>
                </a:path>
              </a:pathLst>
            </a:custGeom>
            <a:noFill/>
            <a:ln w="25400" cap="flat" cmpd="sng">
              <a:solidFill>
                <a:srgbClr val="3E6695"/>
              </a:solidFill>
              <a:prstDash val="solid"/>
              <a:round/>
              <a:headEnd type="none" w="sm" len="sm"/>
              <a:tailEnd type="none" w="sm" len="sm"/>
            </a:ln>
          </p:spPr>
        </p:sp>
        <p:sp>
          <p:nvSpPr>
            <p:cNvPr id="297" name="Google Shape;297;p17"/>
            <p:cNvSpPr txBox="1"/>
            <p:nvPr/>
          </p:nvSpPr>
          <p:spPr>
            <a:xfrm>
              <a:off x="893135" y="1360996"/>
              <a:ext cx="2251956" cy="139528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8" name="Google Shape;298;p17"/>
            <p:cNvSpPr/>
            <p:nvPr/>
          </p:nvSpPr>
          <p:spPr>
            <a:xfrm>
              <a:off x="3076353" y="1360996"/>
              <a:ext cx="68738" cy="1395282"/>
            </a:xfrm>
            <a:custGeom>
              <a:avLst/>
              <a:gdLst/>
              <a:ahLst/>
              <a:cxnLst/>
              <a:rect l="l" t="t" r="r" b="b"/>
              <a:pathLst>
                <a:path w="108" h="2197" extrusionOk="0">
                  <a:moveTo>
                    <a:pt x="108" y="0"/>
                  </a:moveTo>
                  <a:lnTo>
                    <a:pt x="108" y="1698"/>
                  </a:lnTo>
                  <a:lnTo>
                    <a:pt x="0" y="1698"/>
                  </a:lnTo>
                  <a:lnTo>
                    <a:pt x="0" y="2197"/>
                  </a:lnTo>
                </a:path>
              </a:pathLst>
            </a:custGeom>
            <a:noFill/>
            <a:ln w="25400" cap="flat" cmpd="sng">
              <a:solidFill>
                <a:srgbClr val="3E6695"/>
              </a:solidFill>
              <a:prstDash val="solid"/>
              <a:round/>
              <a:headEnd type="none" w="sm" len="sm"/>
              <a:tailEnd type="none" w="sm" len="sm"/>
            </a:ln>
          </p:spPr>
        </p:sp>
        <p:sp>
          <p:nvSpPr>
            <p:cNvPr id="299" name="Google Shape;299;p17"/>
            <p:cNvSpPr txBox="1"/>
            <p:nvPr/>
          </p:nvSpPr>
          <p:spPr>
            <a:xfrm>
              <a:off x="3076353" y="1360996"/>
              <a:ext cx="68738" cy="139528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0" name="Google Shape;300;p17"/>
            <p:cNvSpPr/>
            <p:nvPr/>
          </p:nvSpPr>
          <p:spPr>
            <a:xfrm>
              <a:off x="3145091" y="1360996"/>
              <a:ext cx="2114481" cy="1395282"/>
            </a:xfrm>
            <a:custGeom>
              <a:avLst/>
              <a:gdLst/>
              <a:ahLst/>
              <a:cxnLst/>
              <a:rect l="l" t="t" r="r" b="b"/>
              <a:pathLst>
                <a:path w="3330" h="2197" extrusionOk="0">
                  <a:moveTo>
                    <a:pt x="0" y="0"/>
                  </a:moveTo>
                  <a:lnTo>
                    <a:pt x="0" y="1698"/>
                  </a:lnTo>
                  <a:lnTo>
                    <a:pt x="3330" y="1698"/>
                  </a:lnTo>
                  <a:lnTo>
                    <a:pt x="3330" y="2197"/>
                  </a:lnTo>
                </a:path>
              </a:pathLst>
            </a:custGeom>
            <a:noFill/>
            <a:ln w="25400" cap="flat" cmpd="sng">
              <a:solidFill>
                <a:srgbClr val="3E6695"/>
              </a:solidFill>
              <a:prstDash val="solid"/>
              <a:round/>
              <a:headEnd type="none" w="sm" len="sm"/>
              <a:tailEnd type="none" w="sm" len="sm"/>
            </a:ln>
          </p:spPr>
        </p:sp>
        <p:sp>
          <p:nvSpPr>
            <p:cNvPr id="301" name="Google Shape;301;p17"/>
            <p:cNvSpPr txBox="1"/>
            <p:nvPr/>
          </p:nvSpPr>
          <p:spPr>
            <a:xfrm>
              <a:off x="3145091" y="1360996"/>
              <a:ext cx="2114481" cy="139528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2" name="Google Shape;302;p17"/>
            <p:cNvSpPr/>
            <p:nvPr/>
          </p:nvSpPr>
          <p:spPr>
            <a:xfrm>
              <a:off x="3145091" y="1360996"/>
              <a:ext cx="4297700" cy="1395282"/>
            </a:xfrm>
            <a:custGeom>
              <a:avLst/>
              <a:gdLst/>
              <a:ahLst/>
              <a:cxnLst/>
              <a:rect l="l" t="t" r="r" b="b"/>
              <a:pathLst>
                <a:path w="6768" h="2197" extrusionOk="0">
                  <a:moveTo>
                    <a:pt x="0" y="0"/>
                  </a:moveTo>
                  <a:lnTo>
                    <a:pt x="0" y="1698"/>
                  </a:lnTo>
                  <a:lnTo>
                    <a:pt x="6768" y="1698"/>
                  </a:lnTo>
                  <a:lnTo>
                    <a:pt x="6768" y="2197"/>
                  </a:lnTo>
                </a:path>
              </a:pathLst>
            </a:custGeom>
            <a:noFill/>
            <a:ln w="25400" cap="flat" cmpd="sng">
              <a:solidFill>
                <a:srgbClr val="3E6695"/>
              </a:solidFill>
              <a:prstDash val="solid"/>
              <a:round/>
              <a:headEnd type="none" w="sm" len="sm"/>
              <a:tailEnd type="none" w="sm" len="sm"/>
            </a:ln>
          </p:spPr>
        </p:sp>
        <p:sp>
          <p:nvSpPr>
            <p:cNvPr id="303" name="Google Shape;303;p17"/>
            <p:cNvSpPr txBox="1"/>
            <p:nvPr/>
          </p:nvSpPr>
          <p:spPr>
            <a:xfrm>
              <a:off x="3145091" y="1360996"/>
              <a:ext cx="4297700" cy="139528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4" name="Google Shape;304;p17"/>
            <p:cNvSpPr/>
            <p:nvPr/>
          </p:nvSpPr>
          <p:spPr>
            <a:xfrm>
              <a:off x="73743" y="226714"/>
              <a:ext cx="6142696" cy="1134281"/>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5" name="Google Shape;305;p17"/>
            <p:cNvSpPr txBox="1"/>
            <p:nvPr/>
          </p:nvSpPr>
          <p:spPr>
            <a:xfrm>
              <a:off x="73743" y="226714"/>
              <a:ext cx="6142696" cy="113428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6" name="Google Shape;306;p17"/>
            <p:cNvSpPr/>
            <p:nvPr/>
          </p:nvSpPr>
          <p:spPr>
            <a:xfrm>
              <a:off x="272218" y="415265"/>
              <a:ext cx="6142696" cy="1134281"/>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7" name="Google Shape;307;p17"/>
            <p:cNvSpPr txBox="1"/>
            <p:nvPr/>
          </p:nvSpPr>
          <p:spPr>
            <a:xfrm>
              <a:off x="272218" y="415265"/>
              <a:ext cx="6142696" cy="1134281"/>
            </a:xfrm>
            <a:prstGeom prst="rect">
              <a:avLst/>
            </a:prstGeom>
            <a:noFill/>
            <a:ln>
              <a:noFill/>
            </a:ln>
          </p:spPr>
          <p:txBody>
            <a:bodyPr spcFirstLastPara="1" wrap="square" lIns="175250" tIns="175250" rIns="175250" bIns="175250" anchor="ctr" anchorCtr="0">
              <a:noAutofit/>
            </a:bodyPr>
            <a:lstStyle/>
            <a:p>
              <a:pPr marL="0" marR="0" lvl="0" indent="0" algn="ctr" rtl="0">
                <a:lnSpc>
                  <a:spcPct val="100000"/>
                </a:lnSpc>
                <a:spcBef>
                  <a:spcPts val="0"/>
                </a:spcBef>
                <a:spcAft>
                  <a:spcPts val="0"/>
                </a:spcAft>
                <a:buNone/>
              </a:pPr>
              <a:r>
                <a:rPr lang="en-US" sz="4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Four systems of Units</a:t>
              </a:r>
              <a:endParaRPr sz="4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08" name="Google Shape;308;p17"/>
            <p:cNvSpPr/>
            <p:nvPr/>
          </p:nvSpPr>
          <p:spPr>
            <a:xfrm>
              <a:off x="0" y="2756278"/>
              <a:ext cx="1786270" cy="1134281"/>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9" name="Google Shape;309;p17"/>
            <p:cNvSpPr txBox="1"/>
            <p:nvPr/>
          </p:nvSpPr>
          <p:spPr>
            <a:xfrm>
              <a:off x="0" y="2756278"/>
              <a:ext cx="1786270" cy="113428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0" name="Google Shape;310;p17"/>
            <p:cNvSpPr/>
            <p:nvPr/>
          </p:nvSpPr>
          <p:spPr>
            <a:xfrm>
              <a:off x="198474" y="2944829"/>
              <a:ext cx="1786270" cy="1134281"/>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1" name="Google Shape;311;p17"/>
            <p:cNvSpPr txBox="1"/>
            <p:nvPr/>
          </p:nvSpPr>
          <p:spPr>
            <a:xfrm>
              <a:off x="198474" y="2944829"/>
              <a:ext cx="1786270" cy="1134281"/>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None/>
              </a:pPr>
              <a:r>
                <a:rPr lang="en-US" sz="3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C.G.S. Systems</a:t>
              </a:r>
              <a:endParaRPr sz="4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12" name="Google Shape;312;p17"/>
            <p:cNvSpPr/>
            <p:nvPr/>
          </p:nvSpPr>
          <p:spPr>
            <a:xfrm>
              <a:off x="2183219" y="2756278"/>
              <a:ext cx="1786270" cy="1134281"/>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3" name="Google Shape;313;p17"/>
            <p:cNvSpPr txBox="1"/>
            <p:nvPr/>
          </p:nvSpPr>
          <p:spPr>
            <a:xfrm>
              <a:off x="2183219" y="2756278"/>
              <a:ext cx="1786270" cy="113428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4" name="Google Shape;314;p17"/>
            <p:cNvSpPr/>
            <p:nvPr/>
          </p:nvSpPr>
          <p:spPr>
            <a:xfrm>
              <a:off x="2381693" y="2944829"/>
              <a:ext cx="1786270" cy="1134281"/>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5" name="Google Shape;315;p17"/>
            <p:cNvSpPr txBox="1"/>
            <p:nvPr/>
          </p:nvSpPr>
          <p:spPr>
            <a:xfrm>
              <a:off x="2381693" y="2944829"/>
              <a:ext cx="1786270" cy="1134281"/>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None/>
              </a:pPr>
              <a:r>
                <a:rPr lang="en-US" sz="3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F.P.S. Systems</a:t>
              </a:r>
              <a:endParaRPr sz="4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16" name="Google Shape;316;p17"/>
            <p:cNvSpPr/>
            <p:nvPr/>
          </p:nvSpPr>
          <p:spPr>
            <a:xfrm>
              <a:off x="4366437" y="2756278"/>
              <a:ext cx="1786270" cy="1134281"/>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7" name="Google Shape;317;p17"/>
            <p:cNvSpPr txBox="1"/>
            <p:nvPr/>
          </p:nvSpPr>
          <p:spPr>
            <a:xfrm>
              <a:off x="4366437" y="2756278"/>
              <a:ext cx="1786270" cy="113428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8" name="Google Shape;318;p17"/>
            <p:cNvSpPr/>
            <p:nvPr/>
          </p:nvSpPr>
          <p:spPr>
            <a:xfrm>
              <a:off x="4564912" y="2944829"/>
              <a:ext cx="1786270" cy="1134281"/>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9" name="Google Shape;319;p17"/>
            <p:cNvSpPr txBox="1"/>
            <p:nvPr/>
          </p:nvSpPr>
          <p:spPr>
            <a:xfrm>
              <a:off x="4564912" y="2944829"/>
              <a:ext cx="1786270" cy="1134281"/>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None/>
              </a:pPr>
              <a:r>
                <a:rPr lang="en-US" sz="3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M.K.S Systems</a:t>
              </a:r>
              <a:endParaRPr sz="4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20" name="Google Shape;320;p17"/>
            <p:cNvSpPr/>
            <p:nvPr/>
          </p:nvSpPr>
          <p:spPr>
            <a:xfrm>
              <a:off x="6549656" y="2756278"/>
              <a:ext cx="1786270" cy="1134281"/>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1" name="Google Shape;321;p17"/>
            <p:cNvSpPr txBox="1"/>
            <p:nvPr/>
          </p:nvSpPr>
          <p:spPr>
            <a:xfrm>
              <a:off x="6549656" y="2756278"/>
              <a:ext cx="1786270" cy="113428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2" name="Google Shape;322;p17"/>
            <p:cNvSpPr/>
            <p:nvPr/>
          </p:nvSpPr>
          <p:spPr>
            <a:xfrm>
              <a:off x="6748130" y="2944829"/>
              <a:ext cx="1786270" cy="1134281"/>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3" name="Google Shape;323;p17"/>
            <p:cNvSpPr txBox="1"/>
            <p:nvPr/>
          </p:nvSpPr>
          <p:spPr>
            <a:xfrm>
              <a:off x="6748130" y="2944829"/>
              <a:ext cx="1786270" cy="1134281"/>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None/>
              </a:pPr>
              <a:r>
                <a:rPr lang="en-US" sz="3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S.I. Systems</a:t>
              </a:r>
              <a:endParaRPr sz="4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324" name="Google Shape;324;p1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325" name="Google Shape;325;p1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326" name="Google Shape;326;p1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330" name="Shape 330"/>
        <p:cNvGrpSpPr/>
        <p:nvPr/>
      </p:nvGrpSpPr>
      <p:grpSpPr>
        <a:xfrm>
          <a:off x="0" y="0"/>
          <a:ext cx="0" cy="0"/>
          <a:chOff x="0" y="0"/>
          <a:chExt cx="0" cy="0"/>
        </a:xfrm>
      </p:grpSpPr>
      <p:sp>
        <p:nvSpPr>
          <p:cNvPr id="331" name="Google Shape;331;p18"/>
          <p:cNvSpPr txBox="1"/>
          <p:nvPr>
            <p:ph type="body" idx="1"/>
          </p:nvPr>
        </p:nvSpPr>
        <p:spPr>
          <a:xfrm>
            <a:off x="0" y="0"/>
            <a:ext cx="9144000" cy="68580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3200"/>
              <a:buChar char="•"/>
            </a:pPr>
            <a:r>
              <a:rPr lang="en-US" b="1">
                <a:latin typeface="Times New Roman" panose="02020603050405020304"/>
                <a:ea typeface="Times New Roman" panose="02020603050405020304"/>
                <a:cs typeface="Times New Roman" panose="02020603050405020304"/>
                <a:sym typeface="Times New Roman" panose="02020603050405020304"/>
              </a:rPr>
              <a:t>1. C.G.S. Systems: </a:t>
            </a:r>
            <a:r>
              <a:rPr lang="en-US">
                <a:latin typeface="Times New Roman" panose="02020603050405020304"/>
                <a:ea typeface="Times New Roman" panose="02020603050405020304"/>
                <a:cs typeface="Times New Roman" panose="02020603050405020304"/>
                <a:sym typeface="Times New Roman" panose="02020603050405020304"/>
              </a:rPr>
              <a:t>In this system, the units of length, mass and time are centimetre, gram and second respectively. </a:t>
            </a: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640"/>
              </a:spcBef>
              <a:spcAft>
                <a:spcPts val="0"/>
              </a:spcAft>
              <a:buClr>
                <a:schemeClr val="dk1"/>
              </a:buClr>
              <a:buSzPts val="3200"/>
              <a:buChar char="•"/>
            </a:pPr>
            <a:r>
              <a:rPr lang="en-US" b="1">
                <a:latin typeface="Times New Roman" panose="02020603050405020304"/>
                <a:ea typeface="Times New Roman" panose="02020603050405020304"/>
                <a:cs typeface="Times New Roman" panose="02020603050405020304"/>
                <a:sym typeface="Times New Roman" panose="02020603050405020304"/>
              </a:rPr>
              <a:t>2. F.P.S. Systems: </a:t>
            </a:r>
            <a:r>
              <a:rPr lang="en-US">
                <a:latin typeface="Times New Roman" panose="02020603050405020304"/>
                <a:ea typeface="Times New Roman" panose="02020603050405020304"/>
                <a:cs typeface="Times New Roman" panose="02020603050405020304"/>
                <a:sym typeface="Times New Roman" panose="02020603050405020304"/>
              </a:rPr>
              <a:t>In this system, the units of length, mass and time are foot, pound and second respectively. </a:t>
            </a: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640"/>
              </a:spcBef>
              <a:spcAft>
                <a:spcPts val="0"/>
              </a:spcAft>
              <a:buClr>
                <a:schemeClr val="dk1"/>
              </a:buClr>
              <a:buSzPts val="3200"/>
              <a:buChar char="•"/>
            </a:pPr>
            <a:r>
              <a:rPr lang="en-US" b="1">
                <a:latin typeface="Times New Roman" panose="02020603050405020304"/>
                <a:ea typeface="Times New Roman" panose="02020603050405020304"/>
                <a:cs typeface="Times New Roman" panose="02020603050405020304"/>
                <a:sym typeface="Times New Roman" panose="02020603050405020304"/>
              </a:rPr>
              <a:t>3. M.K.S. Systems: </a:t>
            </a:r>
            <a:r>
              <a:rPr lang="en-US">
                <a:latin typeface="Times New Roman" panose="02020603050405020304"/>
                <a:ea typeface="Times New Roman" panose="02020603050405020304"/>
                <a:cs typeface="Times New Roman" panose="02020603050405020304"/>
                <a:sym typeface="Times New Roman" panose="02020603050405020304"/>
              </a:rPr>
              <a:t>In this system, the units of length, mass and time are metre, kilogram and second respectively. </a:t>
            </a: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640"/>
              </a:spcBef>
              <a:spcAft>
                <a:spcPts val="0"/>
              </a:spcAft>
              <a:buClr>
                <a:schemeClr val="dk1"/>
              </a:buClr>
              <a:buSzPts val="3200"/>
              <a:buChar char="•"/>
            </a:pPr>
            <a:r>
              <a:rPr lang="en-US" b="1">
                <a:latin typeface="Times New Roman" panose="02020603050405020304"/>
                <a:ea typeface="Times New Roman" panose="02020603050405020304"/>
                <a:cs typeface="Times New Roman" panose="02020603050405020304"/>
                <a:sym typeface="Times New Roman" panose="02020603050405020304"/>
              </a:rPr>
              <a:t>4. S.I. Systems: </a:t>
            </a:r>
            <a:r>
              <a:rPr lang="en-US">
                <a:latin typeface="Times New Roman" panose="02020603050405020304"/>
                <a:ea typeface="Times New Roman" panose="02020603050405020304"/>
                <a:cs typeface="Times New Roman" panose="02020603050405020304"/>
                <a:sym typeface="Times New Roman" panose="02020603050405020304"/>
              </a:rPr>
              <a:t>In this systems, the units of length, mass and time are metre(m), kilogram(kg) and second(s) respectively. </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332" name="Google Shape;332;p1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333" name="Google Shape;333;p1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334" name="Google Shape;334;p1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338" name="Shape 338"/>
        <p:cNvGrpSpPr/>
        <p:nvPr/>
      </p:nvGrpSpPr>
      <p:grpSpPr>
        <a:xfrm>
          <a:off x="0" y="0"/>
          <a:ext cx="0" cy="0"/>
          <a:chOff x="0" y="0"/>
          <a:chExt cx="0" cy="0"/>
        </a:xfrm>
      </p:grpSpPr>
      <p:sp>
        <p:nvSpPr>
          <p:cNvPr id="339" name="Google Shape;339;p19"/>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1.2 Concept of rigid and deformed bodies</a:t>
            </a:r>
            <a:endParaRPr b="1">
              <a:latin typeface="Times New Roman" panose="02020603050405020304"/>
              <a:ea typeface="Times New Roman" panose="02020603050405020304"/>
              <a:cs typeface="Times New Roman" panose="02020603050405020304"/>
              <a:sym typeface="Times New Roman" panose="02020603050405020304"/>
            </a:endParaRPr>
          </a:p>
        </p:txBody>
      </p:sp>
      <p:sp>
        <p:nvSpPr>
          <p:cNvPr id="340" name="Google Shape;340;p19"/>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p>
        </p:txBody>
      </p:sp>
      <p:sp>
        <p:nvSpPr>
          <p:cNvPr id="341" name="Google Shape;341;p1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342" name="Google Shape;342;p1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343" name="Google Shape;343;p1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347" name="Shape 347"/>
        <p:cNvGrpSpPr/>
        <p:nvPr/>
      </p:nvGrpSpPr>
      <p:grpSpPr>
        <a:xfrm>
          <a:off x="0" y="0"/>
          <a:ext cx="0" cy="0"/>
          <a:chOff x="0" y="0"/>
          <a:chExt cx="0" cy="0"/>
        </a:xfrm>
      </p:grpSpPr>
      <p:sp>
        <p:nvSpPr>
          <p:cNvPr id="348" name="Google Shape;348;p20"/>
          <p:cNvSpPr txBox="1"/>
          <p:nvPr>
            <p:ph type="title"/>
          </p:nvPr>
        </p:nvSpPr>
        <p:spPr>
          <a:xfrm>
            <a:off x="381000" y="27709"/>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Rigid Body</a:t>
            </a:r>
            <a:endParaRPr b="1">
              <a:latin typeface="Times New Roman" panose="02020603050405020304"/>
              <a:ea typeface="Times New Roman" panose="02020603050405020304"/>
              <a:cs typeface="Times New Roman" panose="02020603050405020304"/>
              <a:sym typeface="Times New Roman" panose="02020603050405020304"/>
            </a:endParaRPr>
          </a:p>
        </p:txBody>
      </p:sp>
      <p:sp>
        <p:nvSpPr>
          <p:cNvPr id="349" name="Google Shape;349;p20"/>
          <p:cNvSpPr txBox="1"/>
          <p:nvPr>
            <p:ph type="body" idx="1"/>
          </p:nvPr>
        </p:nvSpPr>
        <p:spPr>
          <a:xfrm>
            <a:off x="381000" y="1143000"/>
            <a:ext cx="8610600" cy="533400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4000"/>
              <a:buChar char="•"/>
            </a:pPr>
            <a:r>
              <a:rPr lang="en-US" sz="4000">
                <a:latin typeface="Times New Roman" panose="02020603050405020304"/>
                <a:ea typeface="Times New Roman" panose="02020603050405020304"/>
                <a:cs typeface="Times New Roman" panose="02020603050405020304"/>
                <a:sym typeface="Times New Roman" panose="02020603050405020304"/>
              </a:rPr>
              <a:t>A rigid body may be defined as a body which does not changes in shape and size under the effect of forces acting on it. </a:t>
            </a:r>
            <a:endParaRPr sz="400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800"/>
              </a:spcBef>
              <a:spcAft>
                <a:spcPts val="0"/>
              </a:spcAft>
              <a:buClr>
                <a:schemeClr val="dk1"/>
              </a:buClr>
              <a:buSzPts val="4000"/>
              <a:buChar char="•"/>
            </a:pPr>
            <a:r>
              <a:rPr lang="en-US" sz="4000">
                <a:latin typeface="Times New Roman" panose="02020603050405020304"/>
                <a:ea typeface="Times New Roman" panose="02020603050405020304"/>
                <a:cs typeface="Times New Roman" panose="02020603050405020304"/>
                <a:sym typeface="Times New Roman" panose="02020603050405020304"/>
              </a:rPr>
              <a:t>In fact , no body is perfectly rigid.</a:t>
            </a:r>
            <a:endParaRPr sz="400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800"/>
              </a:spcBef>
              <a:spcAft>
                <a:spcPts val="0"/>
              </a:spcAft>
              <a:buClr>
                <a:schemeClr val="dk1"/>
              </a:buClr>
              <a:buSzPts val="4000"/>
              <a:buChar char="•"/>
            </a:pPr>
            <a:r>
              <a:rPr lang="en-US" sz="4000">
                <a:latin typeface="Times New Roman" panose="02020603050405020304"/>
                <a:ea typeface="Times New Roman" panose="02020603050405020304"/>
                <a:cs typeface="Times New Roman" panose="02020603050405020304"/>
                <a:sym typeface="Times New Roman" panose="02020603050405020304"/>
              </a:rPr>
              <a:t> Every body when acted upon by external forces will undergo certain changes. </a:t>
            </a:r>
            <a:endParaRPr sz="4000">
              <a:latin typeface="Times New Roman" panose="02020603050405020304"/>
              <a:ea typeface="Times New Roman" panose="02020603050405020304"/>
              <a:cs typeface="Times New Roman" panose="02020603050405020304"/>
              <a:sym typeface="Times New Roman" panose="02020603050405020304"/>
            </a:endParaRPr>
          </a:p>
        </p:txBody>
      </p:sp>
      <p:sp>
        <p:nvSpPr>
          <p:cNvPr id="350" name="Google Shape;350;p2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351" name="Google Shape;351;p2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352" name="Google Shape;352;p2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356" name="Shape 356"/>
        <p:cNvGrpSpPr/>
        <p:nvPr/>
      </p:nvGrpSpPr>
      <p:grpSpPr>
        <a:xfrm>
          <a:off x="0" y="0"/>
          <a:ext cx="0" cy="0"/>
          <a:chOff x="0" y="0"/>
          <a:chExt cx="0" cy="0"/>
        </a:xfrm>
      </p:grpSpPr>
      <p:sp>
        <p:nvSpPr>
          <p:cNvPr id="357" name="Google Shape;357;p2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Deformed bodies</a:t>
            </a:r>
            <a:endParaRPr b="1">
              <a:latin typeface="Times New Roman" panose="02020603050405020304"/>
              <a:ea typeface="Times New Roman" panose="02020603050405020304"/>
              <a:cs typeface="Times New Roman" panose="02020603050405020304"/>
              <a:sym typeface="Times New Roman" panose="02020603050405020304"/>
            </a:endParaRPr>
          </a:p>
        </p:txBody>
      </p:sp>
      <p:sp>
        <p:nvSpPr>
          <p:cNvPr id="358" name="Google Shape;358;p21"/>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3200"/>
              <a:buChar char="•"/>
            </a:pPr>
            <a:r>
              <a:rPr lang="en-US">
                <a:latin typeface="Times New Roman" panose="02020603050405020304"/>
                <a:ea typeface="Times New Roman" panose="02020603050405020304"/>
                <a:cs typeface="Times New Roman" panose="02020603050405020304"/>
                <a:sym typeface="Times New Roman" panose="02020603050405020304"/>
              </a:rPr>
              <a:t>In mechanics, </a:t>
            </a:r>
            <a:r>
              <a:rPr lang="en-US" b="1">
                <a:latin typeface="Times New Roman" panose="02020603050405020304"/>
                <a:ea typeface="Times New Roman" panose="02020603050405020304"/>
                <a:cs typeface="Times New Roman" panose="02020603050405020304"/>
                <a:sym typeface="Times New Roman" panose="02020603050405020304"/>
              </a:rPr>
              <a:t>any body that changes its shape and/or volume while being acted upon by any kind of external force</a:t>
            </a:r>
            <a:r>
              <a:rPr lang="en-US">
                <a:latin typeface="Times New Roman" panose="02020603050405020304"/>
                <a:ea typeface="Times New Roman" panose="02020603050405020304"/>
                <a:cs typeface="Times New Roman" panose="02020603050405020304"/>
                <a:sym typeface="Times New Roman" panose="02020603050405020304"/>
              </a:rPr>
              <a:t>.</a:t>
            </a: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640"/>
              </a:spcBef>
              <a:spcAft>
                <a:spcPts val="0"/>
              </a:spcAft>
              <a:buClr>
                <a:schemeClr val="dk1"/>
              </a:buClr>
              <a:buSzPts val="3200"/>
              <a:buChar char="•"/>
            </a:pPr>
            <a:r>
              <a:rPr lang="en-US">
                <a:latin typeface="Times New Roman" panose="02020603050405020304"/>
                <a:ea typeface="Times New Roman" panose="02020603050405020304"/>
                <a:cs typeface="Times New Roman" panose="02020603050405020304"/>
                <a:sym typeface="Times New Roman" panose="02020603050405020304"/>
              </a:rPr>
              <a:t>A body that have small amount of deformation when a load is applied to it and due to this deformation resistance developed in it which is equal to the external force acting on it is called deformable bodies.</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359" name="Google Shape;359;p2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360" name="Google Shape;360;p2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361" name="Google Shape;361;p2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365" name="Shape 365"/>
        <p:cNvGrpSpPr/>
        <p:nvPr/>
      </p:nvGrpSpPr>
      <p:grpSpPr>
        <a:xfrm>
          <a:off x="0" y="0"/>
          <a:ext cx="0" cy="0"/>
          <a:chOff x="0" y="0"/>
          <a:chExt cx="0" cy="0"/>
        </a:xfrm>
      </p:grpSpPr>
      <p:sp>
        <p:nvSpPr>
          <p:cNvPr id="366" name="Google Shape;366;p22"/>
          <p:cNvSpPr txBox="1"/>
          <p:nvPr>
            <p:ph type="title"/>
          </p:nvPr>
        </p:nvSpPr>
        <p:spPr>
          <a:xfrm>
            <a:off x="228600" y="274638"/>
            <a:ext cx="84582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1.3 Fundamental concept and principles of mechanics</a:t>
            </a:r>
            <a:endParaRPr b="1">
              <a:latin typeface="Times New Roman" panose="02020603050405020304"/>
              <a:ea typeface="Times New Roman" panose="02020603050405020304"/>
              <a:cs typeface="Times New Roman" panose="02020603050405020304"/>
              <a:sym typeface="Times New Roman" panose="02020603050405020304"/>
            </a:endParaRPr>
          </a:p>
        </p:txBody>
      </p:sp>
      <p:sp>
        <p:nvSpPr>
          <p:cNvPr id="367" name="Google Shape;367;p22"/>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0" lvl="0" indent="0" algn="just" rtl="0">
              <a:spcBef>
                <a:spcPts val="0"/>
              </a:spcBef>
              <a:spcAft>
                <a:spcPts val="0"/>
              </a:spcAft>
              <a:buClr>
                <a:schemeClr val="dk1"/>
              </a:buClr>
              <a:buSzPts val="3200"/>
              <a:buNone/>
            </a:pPr>
            <a:r>
              <a:rPr lang="en-US">
                <a:latin typeface="Times New Roman" panose="02020603050405020304"/>
                <a:ea typeface="Times New Roman" panose="02020603050405020304"/>
                <a:cs typeface="Times New Roman" panose="02020603050405020304"/>
                <a:sym typeface="Times New Roman" panose="02020603050405020304"/>
              </a:rPr>
              <a:t>The study of mechanics rest on six fundamentals principles based on experimental evidence</a:t>
            </a:r>
            <a:endParaRPr>
              <a:latin typeface="Times New Roman" panose="02020603050405020304"/>
              <a:ea typeface="Times New Roman" panose="02020603050405020304"/>
              <a:cs typeface="Times New Roman" panose="02020603050405020304"/>
              <a:sym typeface="Times New Roman" panose="02020603050405020304"/>
            </a:endParaRPr>
          </a:p>
          <a:p>
            <a:pPr marL="514350" lvl="0" indent="-514350" algn="l" rtl="0">
              <a:spcBef>
                <a:spcPts val="640"/>
              </a:spcBef>
              <a:spcAft>
                <a:spcPts val="0"/>
              </a:spcAft>
              <a:buClr>
                <a:schemeClr val="dk1"/>
              </a:buClr>
              <a:buSzPts val="3200"/>
              <a:buFont typeface="Calibri" panose="020F0502020204030204"/>
              <a:buAutoNum type="arabicPeriod"/>
            </a:pPr>
            <a:r>
              <a:rPr lang="en-US">
                <a:latin typeface="Times New Roman" panose="02020603050405020304"/>
                <a:ea typeface="Times New Roman" panose="02020603050405020304"/>
                <a:cs typeface="Times New Roman" panose="02020603050405020304"/>
                <a:sym typeface="Times New Roman" panose="02020603050405020304"/>
              </a:rPr>
              <a:t>The parallelogram law of forces</a:t>
            </a:r>
            <a:endParaRPr>
              <a:latin typeface="Times New Roman" panose="02020603050405020304"/>
              <a:ea typeface="Times New Roman" panose="02020603050405020304"/>
              <a:cs typeface="Times New Roman" panose="02020603050405020304"/>
              <a:sym typeface="Times New Roman" panose="02020603050405020304"/>
            </a:endParaRPr>
          </a:p>
          <a:p>
            <a:pPr marL="514350" lvl="0" indent="-514350" algn="l" rtl="0">
              <a:spcBef>
                <a:spcPts val="640"/>
              </a:spcBef>
              <a:spcAft>
                <a:spcPts val="0"/>
              </a:spcAft>
              <a:buClr>
                <a:schemeClr val="dk1"/>
              </a:buClr>
              <a:buSzPts val="3200"/>
              <a:buFont typeface="Calibri" panose="020F0502020204030204"/>
              <a:buAutoNum type="arabicPeriod"/>
            </a:pPr>
            <a:r>
              <a:rPr lang="en-US">
                <a:latin typeface="Times New Roman" panose="02020603050405020304"/>
                <a:ea typeface="Times New Roman" panose="02020603050405020304"/>
                <a:cs typeface="Times New Roman" panose="02020603050405020304"/>
                <a:sym typeface="Times New Roman" panose="02020603050405020304"/>
              </a:rPr>
              <a:t>The principle of transmissibility of force</a:t>
            </a:r>
            <a:endParaRPr>
              <a:latin typeface="Times New Roman" panose="02020603050405020304"/>
              <a:ea typeface="Times New Roman" panose="02020603050405020304"/>
              <a:cs typeface="Times New Roman" panose="02020603050405020304"/>
              <a:sym typeface="Times New Roman" panose="02020603050405020304"/>
            </a:endParaRPr>
          </a:p>
          <a:p>
            <a:pPr marL="514350" lvl="0" indent="-514350" algn="l" rtl="0">
              <a:spcBef>
                <a:spcPts val="640"/>
              </a:spcBef>
              <a:spcAft>
                <a:spcPts val="0"/>
              </a:spcAft>
              <a:buClr>
                <a:schemeClr val="dk1"/>
              </a:buClr>
              <a:buSzPts val="3200"/>
              <a:buFont typeface="Calibri" panose="020F0502020204030204"/>
              <a:buAutoNum type="arabicPeriod"/>
            </a:pPr>
            <a:r>
              <a:rPr lang="en-US">
                <a:latin typeface="Times New Roman" panose="02020603050405020304"/>
                <a:ea typeface="Times New Roman" panose="02020603050405020304"/>
                <a:cs typeface="Times New Roman" panose="02020603050405020304"/>
                <a:sym typeface="Times New Roman" panose="02020603050405020304"/>
              </a:rPr>
              <a:t>Newton’s first law of motion</a:t>
            </a:r>
            <a:endParaRPr>
              <a:latin typeface="Times New Roman" panose="02020603050405020304"/>
              <a:ea typeface="Times New Roman" panose="02020603050405020304"/>
              <a:cs typeface="Times New Roman" panose="02020603050405020304"/>
              <a:sym typeface="Times New Roman" panose="02020603050405020304"/>
            </a:endParaRPr>
          </a:p>
          <a:p>
            <a:pPr marL="514350" lvl="0" indent="-514350" algn="l" rtl="0">
              <a:spcBef>
                <a:spcPts val="640"/>
              </a:spcBef>
              <a:spcAft>
                <a:spcPts val="0"/>
              </a:spcAft>
              <a:buClr>
                <a:schemeClr val="dk1"/>
              </a:buClr>
              <a:buSzPts val="3200"/>
              <a:buFont typeface="Calibri" panose="020F0502020204030204"/>
              <a:buAutoNum type="arabicPeriod"/>
            </a:pPr>
            <a:r>
              <a:rPr lang="en-US">
                <a:latin typeface="Times New Roman" panose="02020603050405020304"/>
                <a:ea typeface="Times New Roman" panose="02020603050405020304"/>
                <a:cs typeface="Times New Roman" panose="02020603050405020304"/>
                <a:sym typeface="Times New Roman" panose="02020603050405020304"/>
              </a:rPr>
              <a:t>Newton’s second law of motion</a:t>
            </a:r>
            <a:endParaRPr>
              <a:latin typeface="Times New Roman" panose="02020603050405020304"/>
              <a:ea typeface="Times New Roman" panose="02020603050405020304"/>
              <a:cs typeface="Times New Roman" panose="02020603050405020304"/>
              <a:sym typeface="Times New Roman" panose="02020603050405020304"/>
            </a:endParaRPr>
          </a:p>
          <a:p>
            <a:pPr marL="514350" lvl="0" indent="-514350" algn="l" rtl="0">
              <a:spcBef>
                <a:spcPts val="640"/>
              </a:spcBef>
              <a:spcAft>
                <a:spcPts val="0"/>
              </a:spcAft>
              <a:buClr>
                <a:schemeClr val="dk1"/>
              </a:buClr>
              <a:buSzPts val="3200"/>
              <a:buFont typeface="Calibri" panose="020F0502020204030204"/>
              <a:buAutoNum type="arabicPeriod"/>
            </a:pPr>
            <a:r>
              <a:rPr lang="en-US">
                <a:latin typeface="Times New Roman" panose="02020603050405020304"/>
                <a:ea typeface="Times New Roman" panose="02020603050405020304"/>
                <a:cs typeface="Times New Roman" panose="02020603050405020304"/>
                <a:sym typeface="Times New Roman" panose="02020603050405020304"/>
              </a:rPr>
              <a:t>Newton’s third law of motion</a:t>
            </a:r>
            <a:endParaRPr>
              <a:latin typeface="Times New Roman" panose="02020603050405020304"/>
              <a:ea typeface="Times New Roman" panose="02020603050405020304"/>
              <a:cs typeface="Times New Roman" panose="02020603050405020304"/>
              <a:sym typeface="Times New Roman" panose="02020603050405020304"/>
            </a:endParaRPr>
          </a:p>
          <a:p>
            <a:pPr marL="514350" lvl="0" indent="-514350" algn="l" rtl="0">
              <a:spcBef>
                <a:spcPts val="640"/>
              </a:spcBef>
              <a:spcAft>
                <a:spcPts val="0"/>
              </a:spcAft>
              <a:buClr>
                <a:schemeClr val="dk1"/>
              </a:buClr>
              <a:buSzPts val="3200"/>
              <a:buFont typeface="Calibri" panose="020F0502020204030204"/>
              <a:buAutoNum type="arabicPeriod"/>
            </a:pPr>
            <a:r>
              <a:rPr lang="en-US">
                <a:latin typeface="Times New Roman" panose="02020603050405020304"/>
                <a:ea typeface="Times New Roman" panose="02020603050405020304"/>
                <a:cs typeface="Times New Roman" panose="02020603050405020304"/>
                <a:sym typeface="Times New Roman" panose="02020603050405020304"/>
              </a:rPr>
              <a:t>Newton’s law of gravitation</a:t>
            </a:r>
            <a:endParaRPr>
              <a:latin typeface="Times New Roman" panose="02020603050405020304"/>
              <a:ea typeface="Times New Roman" panose="02020603050405020304"/>
              <a:cs typeface="Times New Roman" panose="02020603050405020304"/>
              <a:sym typeface="Times New Roman" panose="02020603050405020304"/>
            </a:endParaRPr>
          </a:p>
          <a:p>
            <a:pPr marL="514350" lvl="0" indent="-311150" algn="l" rtl="0">
              <a:spcBef>
                <a:spcPts val="640"/>
              </a:spcBef>
              <a:spcAft>
                <a:spcPts val="0"/>
              </a:spcAft>
              <a:buClr>
                <a:schemeClr val="dk1"/>
              </a:buClr>
              <a:buSzPts val="3200"/>
              <a:buFont typeface="Calibri" panose="020F0502020204030204"/>
              <a:buNone/>
            </a:pPr>
            <a:endParaRPr>
              <a:latin typeface="Times New Roman" panose="02020603050405020304"/>
              <a:ea typeface="Times New Roman" panose="02020603050405020304"/>
              <a:cs typeface="Times New Roman" panose="02020603050405020304"/>
              <a:sym typeface="Times New Roman" panose="02020603050405020304"/>
            </a:endParaRPr>
          </a:p>
          <a:p>
            <a:pPr marL="514350" lvl="0" indent="-311150" algn="l" rtl="0">
              <a:spcBef>
                <a:spcPts val="640"/>
              </a:spcBef>
              <a:spcAft>
                <a:spcPts val="0"/>
              </a:spcAft>
              <a:buClr>
                <a:schemeClr val="dk1"/>
              </a:buClr>
              <a:buSzPts val="3200"/>
              <a:buFont typeface="Calibri" panose="020F0502020204030204"/>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368" name="Google Shape;368;p2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369" name="Google Shape;369;p2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370" name="Google Shape;370;p2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374" name="Shape 374"/>
        <p:cNvGrpSpPr/>
        <p:nvPr/>
      </p:nvGrpSpPr>
      <p:grpSpPr>
        <a:xfrm>
          <a:off x="0" y="0"/>
          <a:ext cx="0" cy="0"/>
          <a:chOff x="0" y="0"/>
          <a:chExt cx="0" cy="0"/>
        </a:xfrm>
      </p:grpSpPr>
      <p:sp>
        <p:nvSpPr>
          <p:cNvPr id="375" name="Google Shape;375;p23"/>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imes New Roman" panose="02020603050405020304"/>
              <a:buNone/>
            </a:pPr>
            <a:r>
              <a:rPr lang="en-US">
                <a:latin typeface="Times New Roman" panose="02020603050405020304"/>
                <a:ea typeface="Times New Roman" panose="02020603050405020304"/>
                <a:cs typeface="Times New Roman" panose="02020603050405020304"/>
                <a:sym typeface="Times New Roman" panose="02020603050405020304"/>
              </a:rPr>
              <a:t>Principle of transmissibility of force</a:t>
            </a:r>
            <a:br>
              <a:rPr lang="en-US">
                <a:latin typeface="Times New Roman" panose="02020603050405020304"/>
                <a:ea typeface="Times New Roman" panose="02020603050405020304"/>
                <a:cs typeface="Times New Roman" panose="02020603050405020304"/>
                <a:sym typeface="Times New Roman" panose="02020603050405020304"/>
              </a:rPr>
            </a:br>
            <a:endParaRPr lang="en-US">
              <a:latin typeface="Times New Roman" panose="02020603050405020304"/>
              <a:ea typeface="Times New Roman" panose="02020603050405020304"/>
              <a:cs typeface="Times New Roman" panose="02020603050405020304"/>
              <a:sym typeface="Times New Roman" panose="02020603050405020304"/>
            </a:endParaRPr>
          </a:p>
        </p:txBody>
      </p:sp>
      <p:sp>
        <p:nvSpPr>
          <p:cNvPr id="376" name="Google Shape;376;p23"/>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just" rtl="0">
              <a:spcBef>
                <a:spcPts val="0"/>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The state of rest or motion of the rigid body is unaltered if a force acting on the body is replaced by another force of the same magnitude and direction but acting anywhere on the body along the line of action of the replaced force.</a:t>
            </a: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590"/>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The principle of transmissibility states that” </a:t>
            </a:r>
            <a:r>
              <a:rPr lang="en-US" b="1">
                <a:latin typeface="Times New Roman" panose="02020603050405020304"/>
                <a:ea typeface="Times New Roman" panose="02020603050405020304"/>
                <a:cs typeface="Times New Roman" panose="02020603050405020304"/>
                <a:sym typeface="Times New Roman" panose="02020603050405020304"/>
              </a:rPr>
              <a:t>the point of application of a force can be moved anywhere along its line of action without changing the external reaction forces on a rigid body.”</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377" name="Google Shape;377;p2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378" name="Google Shape;378;p2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379" name="Google Shape;379;p2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383" name="Shape 383"/>
        <p:cNvGrpSpPr/>
        <p:nvPr/>
      </p:nvGrpSpPr>
      <p:grpSpPr>
        <a:xfrm>
          <a:off x="0" y="0"/>
          <a:ext cx="0" cy="0"/>
          <a:chOff x="0" y="0"/>
          <a:chExt cx="0" cy="0"/>
        </a:xfrm>
      </p:grpSpPr>
      <p:sp>
        <p:nvSpPr>
          <p:cNvPr id="384" name="Google Shape;384;p24"/>
          <p:cNvSpPr txBox="1"/>
          <p:nvPr>
            <p:ph type="title"/>
          </p:nvPr>
        </p:nvSpPr>
        <p:spPr>
          <a:xfrm>
            <a:off x="76200" y="274638"/>
            <a:ext cx="9067800" cy="1143000"/>
          </a:xfrm>
          <a:prstGeom prst="rect">
            <a:avLst/>
          </a:prstGeom>
          <a:noFill/>
          <a:ln>
            <a:noFill/>
          </a:ln>
        </p:spPr>
        <p:txBody>
          <a:bodyPr spcFirstLastPara="1" wrap="square" lIns="91425" tIns="45700" rIns="91425" bIns="45700" anchor="ctr" anchorCtr="0">
            <a:normAutofit fontScale="90000"/>
          </a:bodyPr>
          <a:lstStyle/>
          <a:p>
            <a:pPr marL="0" lvl="0" indent="0" algn="just" rtl="0">
              <a:spcBef>
                <a:spcPts val="0"/>
              </a:spcBef>
              <a:spcAft>
                <a:spcPts val="0"/>
              </a:spcAft>
              <a:buClr>
                <a:schemeClr val="dk1"/>
              </a:buClr>
              <a:buSzPct val="100000"/>
              <a:buFont typeface="Times New Roman" panose="02020603050405020304"/>
              <a:buNone/>
            </a:pPr>
            <a:r>
              <a:rPr lang="en-US" b="1" u="sng">
                <a:latin typeface="Times New Roman" panose="02020603050405020304"/>
                <a:ea typeface="Times New Roman" panose="02020603050405020304"/>
                <a:cs typeface="Times New Roman" panose="02020603050405020304"/>
                <a:sym typeface="Times New Roman" panose="02020603050405020304"/>
              </a:rPr>
              <a:t>Key point for principle of transmissibility:</a:t>
            </a:r>
            <a:endParaRPr b="1" u="sng">
              <a:latin typeface="Times New Roman" panose="02020603050405020304"/>
              <a:ea typeface="Times New Roman" panose="02020603050405020304"/>
              <a:cs typeface="Times New Roman" panose="02020603050405020304"/>
              <a:sym typeface="Times New Roman" panose="02020603050405020304"/>
            </a:endParaRPr>
          </a:p>
        </p:txBody>
      </p:sp>
      <p:sp>
        <p:nvSpPr>
          <p:cNvPr id="385" name="Google Shape;385;p24"/>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600"/>
              <a:buChar char="•"/>
            </a:pPr>
            <a:r>
              <a:rPr lang="en-US" sz="3600">
                <a:latin typeface="Times New Roman" panose="02020603050405020304"/>
                <a:ea typeface="Times New Roman" panose="02020603050405020304"/>
                <a:cs typeface="Times New Roman" panose="02020603050405020304"/>
                <a:sym typeface="Times New Roman" panose="02020603050405020304"/>
              </a:rPr>
              <a:t>Applicable only for rigid body</a:t>
            </a:r>
            <a:endParaRPr sz="360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spcBef>
                <a:spcPts val="720"/>
              </a:spcBef>
              <a:spcAft>
                <a:spcPts val="0"/>
              </a:spcAft>
              <a:buClr>
                <a:schemeClr val="dk1"/>
              </a:buClr>
              <a:buSzPts val="3600"/>
              <a:buChar char="•"/>
            </a:pPr>
            <a:r>
              <a:rPr lang="en-US" sz="3600">
                <a:latin typeface="Times New Roman" panose="02020603050405020304"/>
                <a:ea typeface="Times New Roman" panose="02020603050405020304"/>
                <a:cs typeface="Times New Roman" panose="02020603050405020304"/>
                <a:sym typeface="Times New Roman" panose="02020603050405020304"/>
              </a:rPr>
              <a:t>Magnitude and direction must be same</a:t>
            </a:r>
            <a:endParaRPr sz="360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spcBef>
                <a:spcPts val="720"/>
              </a:spcBef>
              <a:spcAft>
                <a:spcPts val="0"/>
              </a:spcAft>
              <a:buClr>
                <a:schemeClr val="dk1"/>
              </a:buClr>
              <a:buSzPts val="3600"/>
              <a:buChar char="•"/>
            </a:pPr>
            <a:r>
              <a:rPr lang="en-US" sz="3600">
                <a:latin typeface="Times New Roman" panose="02020603050405020304"/>
                <a:ea typeface="Times New Roman" panose="02020603050405020304"/>
                <a:cs typeface="Times New Roman" panose="02020603050405020304"/>
                <a:sym typeface="Times New Roman" panose="02020603050405020304"/>
              </a:rPr>
              <a:t>Along the line of action of force.</a:t>
            </a:r>
            <a:endParaRPr sz="360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spcBef>
                <a:spcPts val="720"/>
              </a:spcBef>
              <a:spcAft>
                <a:spcPts val="0"/>
              </a:spcAft>
              <a:buClr>
                <a:schemeClr val="dk1"/>
              </a:buClr>
              <a:buSzPts val="3600"/>
              <a:buChar char="•"/>
            </a:pPr>
            <a:r>
              <a:rPr lang="en-US" sz="3600">
                <a:latin typeface="Times New Roman" panose="02020603050405020304"/>
                <a:ea typeface="Times New Roman" panose="02020603050405020304"/>
                <a:cs typeface="Times New Roman" panose="02020603050405020304"/>
                <a:sym typeface="Times New Roman" panose="02020603050405020304"/>
              </a:rPr>
              <a:t>Applicable only for external force.</a:t>
            </a:r>
            <a:endParaRPr sz="3600">
              <a:latin typeface="Times New Roman" panose="02020603050405020304"/>
              <a:ea typeface="Times New Roman" panose="02020603050405020304"/>
              <a:cs typeface="Times New Roman" panose="02020603050405020304"/>
              <a:sym typeface="Times New Roman" panose="02020603050405020304"/>
            </a:endParaRPr>
          </a:p>
          <a:p>
            <a:pPr marL="342900" lvl="0" indent="-114300" algn="l" rtl="0">
              <a:spcBef>
                <a:spcPts val="720"/>
              </a:spcBef>
              <a:spcAft>
                <a:spcPts val="0"/>
              </a:spcAft>
              <a:buClr>
                <a:schemeClr val="dk1"/>
              </a:buClr>
              <a:buSzPts val="3600"/>
              <a:buNone/>
            </a:pPr>
            <a:endParaRPr sz="3600">
              <a:latin typeface="Times New Roman" panose="02020603050405020304"/>
              <a:ea typeface="Times New Roman" panose="02020603050405020304"/>
              <a:cs typeface="Times New Roman" panose="02020603050405020304"/>
              <a:sym typeface="Times New Roman" panose="02020603050405020304"/>
            </a:endParaRPr>
          </a:p>
        </p:txBody>
      </p:sp>
      <p:sp>
        <p:nvSpPr>
          <p:cNvPr id="386" name="Google Shape;386;p2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387" name="Google Shape;387;p2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388" name="Google Shape;388;p2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392" name="Shape 392"/>
        <p:cNvGrpSpPr/>
        <p:nvPr/>
      </p:nvGrpSpPr>
      <p:grpSpPr>
        <a:xfrm>
          <a:off x="0" y="0"/>
          <a:ext cx="0" cy="0"/>
          <a:chOff x="0" y="0"/>
          <a:chExt cx="0" cy="0"/>
        </a:xfrm>
      </p:grpSpPr>
      <p:sp>
        <p:nvSpPr>
          <p:cNvPr id="393" name="Google Shape;393;p25"/>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just" rtl="0">
              <a:spcBef>
                <a:spcPts val="0"/>
              </a:spcBef>
              <a:spcAft>
                <a:spcPts val="0"/>
              </a:spcAft>
              <a:buClr>
                <a:schemeClr val="dk1"/>
              </a:buClr>
              <a:buSzPct val="1000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1.4 Concept of particles and free body diagram</a:t>
            </a:r>
            <a:endParaRPr b="1">
              <a:latin typeface="Times New Roman" panose="02020603050405020304"/>
              <a:ea typeface="Times New Roman" panose="02020603050405020304"/>
              <a:cs typeface="Times New Roman" panose="02020603050405020304"/>
              <a:sym typeface="Times New Roman" panose="02020603050405020304"/>
            </a:endParaRPr>
          </a:p>
        </p:txBody>
      </p:sp>
      <p:sp>
        <p:nvSpPr>
          <p:cNvPr id="394" name="Google Shape;394;p25"/>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p>
        </p:txBody>
      </p:sp>
      <p:sp>
        <p:nvSpPr>
          <p:cNvPr id="395" name="Google Shape;395;p2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396" name="Google Shape;396;p2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397" name="Google Shape;397;p2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401" name="Shape 401"/>
        <p:cNvGrpSpPr/>
        <p:nvPr/>
      </p:nvGrpSpPr>
      <p:grpSpPr>
        <a:xfrm>
          <a:off x="0" y="0"/>
          <a:ext cx="0" cy="0"/>
          <a:chOff x="0" y="0"/>
          <a:chExt cx="0" cy="0"/>
        </a:xfrm>
      </p:grpSpPr>
      <p:sp>
        <p:nvSpPr>
          <p:cNvPr id="402" name="Google Shape;402;p26"/>
          <p:cNvSpPr txBox="1"/>
          <p:nvPr>
            <p:ph type="title"/>
          </p:nvPr>
        </p:nvSpPr>
        <p:spPr>
          <a:xfrm>
            <a:off x="443132" y="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800"/>
              <a:buFont typeface="Times New Roman" panose="02020603050405020304"/>
              <a:buNone/>
            </a:pPr>
            <a:r>
              <a:rPr lang="en-US" sz="4800" b="1">
                <a:latin typeface="Times New Roman" panose="02020603050405020304"/>
                <a:ea typeface="Times New Roman" panose="02020603050405020304"/>
                <a:cs typeface="Times New Roman" panose="02020603050405020304"/>
                <a:sym typeface="Times New Roman" panose="02020603050405020304"/>
              </a:rPr>
              <a:t>Particle</a:t>
            </a:r>
            <a:endParaRPr sz="4800">
              <a:latin typeface="Times New Roman" panose="02020603050405020304"/>
              <a:ea typeface="Times New Roman" panose="02020603050405020304"/>
              <a:cs typeface="Times New Roman" panose="02020603050405020304"/>
              <a:sym typeface="Times New Roman" panose="02020603050405020304"/>
            </a:endParaRPr>
          </a:p>
        </p:txBody>
      </p:sp>
      <p:sp>
        <p:nvSpPr>
          <p:cNvPr id="403" name="Google Shape;403;p26"/>
          <p:cNvSpPr txBox="1"/>
          <p:nvPr>
            <p:ph type="body" idx="1"/>
          </p:nvPr>
        </p:nvSpPr>
        <p:spPr>
          <a:xfrm>
            <a:off x="100232" y="914400"/>
            <a:ext cx="8915400" cy="5410712"/>
          </a:xfrm>
          <a:prstGeom prst="rect">
            <a:avLst/>
          </a:prstGeom>
          <a:noFill/>
          <a:ln>
            <a:noFill/>
          </a:ln>
        </p:spPr>
        <p:txBody>
          <a:bodyPr spcFirstLastPara="1" wrap="square" lIns="91425" tIns="45700" rIns="91425" bIns="45700" anchor="t" anchorCtr="0">
            <a:spAutoFit/>
          </a:bodyPr>
          <a:lstStyle/>
          <a:p>
            <a:pPr marL="342900" lvl="0" indent="-342900" algn="just" rtl="0">
              <a:spcBef>
                <a:spcPts val="0"/>
              </a:spcBef>
              <a:spcAft>
                <a:spcPts val="0"/>
              </a:spcAft>
              <a:buClr>
                <a:schemeClr val="dk1"/>
              </a:buClr>
              <a:buSzPts val="3600"/>
              <a:buChar char="•"/>
            </a:pPr>
            <a:r>
              <a:rPr lang="en-US" sz="3600">
                <a:latin typeface="Times New Roman" panose="02020603050405020304"/>
                <a:ea typeface="Times New Roman" panose="02020603050405020304"/>
                <a:cs typeface="Times New Roman" panose="02020603050405020304"/>
                <a:sym typeface="Times New Roman" panose="02020603050405020304"/>
              </a:rPr>
              <a:t>A particle has a finite mass but a size that can be neglected.</a:t>
            </a:r>
            <a:endParaRPr sz="360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720"/>
              </a:spcBef>
              <a:spcAft>
                <a:spcPts val="0"/>
              </a:spcAft>
              <a:buClr>
                <a:schemeClr val="dk1"/>
              </a:buClr>
              <a:buSzPts val="3600"/>
              <a:buChar char="•"/>
            </a:pPr>
            <a:r>
              <a:rPr lang="en-US" sz="3600">
                <a:latin typeface="Times New Roman" panose="02020603050405020304"/>
                <a:ea typeface="Times New Roman" panose="02020603050405020304"/>
                <a:cs typeface="Times New Roman" panose="02020603050405020304"/>
                <a:sym typeface="Times New Roman" panose="02020603050405020304"/>
              </a:rPr>
              <a:t>The mass of particle is assumed to be concentrated at a point.</a:t>
            </a:r>
            <a:endParaRPr sz="360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720"/>
              </a:spcBef>
              <a:spcAft>
                <a:spcPts val="0"/>
              </a:spcAft>
              <a:buClr>
                <a:schemeClr val="dk1"/>
              </a:buClr>
              <a:buSzPts val="3600"/>
              <a:buChar char="•"/>
            </a:pPr>
            <a:r>
              <a:rPr lang="en-US" sz="3600">
                <a:latin typeface="Times New Roman" panose="02020603050405020304"/>
                <a:ea typeface="Times New Roman" panose="02020603050405020304"/>
                <a:cs typeface="Times New Roman" panose="02020603050405020304"/>
                <a:sym typeface="Times New Roman" panose="02020603050405020304"/>
              </a:rPr>
              <a:t>A particle is sometimes called a mass point.</a:t>
            </a:r>
            <a:endParaRPr sz="360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720"/>
              </a:spcBef>
              <a:spcAft>
                <a:spcPts val="0"/>
              </a:spcAft>
              <a:buClr>
                <a:schemeClr val="dk1"/>
              </a:buClr>
              <a:buSzPts val="3600"/>
              <a:buChar char="•"/>
            </a:pPr>
            <a:r>
              <a:rPr lang="en-US" sz="3600">
                <a:latin typeface="Times New Roman" panose="02020603050405020304"/>
                <a:ea typeface="Times New Roman" panose="02020603050405020304"/>
                <a:cs typeface="Times New Roman" panose="02020603050405020304"/>
                <a:sym typeface="Times New Roman" panose="02020603050405020304"/>
              </a:rPr>
              <a:t> For example, the size of the earth is insignificant compare to the size of the orbit; therefore the earth can be modeled as a particle when studying planet motion.</a:t>
            </a:r>
            <a:endParaRPr sz="3600">
              <a:latin typeface="Times New Roman" panose="02020603050405020304"/>
              <a:ea typeface="Times New Roman" panose="02020603050405020304"/>
              <a:cs typeface="Times New Roman" panose="02020603050405020304"/>
              <a:sym typeface="Times New Roman" panose="02020603050405020304"/>
            </a:endParaRPr>
          </a:p>
        </p:txBody>
      </p:sp>
      <p:sp>
        <p:nvSpPr>
          <p:cNvPr id="404" name="Google Shape;404;p2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405" name="Google Shape;405;p2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406" name="Google Shape;406;p2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410" name="Shape 410"/>
        <p:cNvGrpSpPr/>
        <p:nvPr/>
      </p:nvGrpSpPr>
      <p:grpSpPr>
        <a:xfrm>
          <a:off x="0" y="0"/>
          <a:ext cx="0" cy="0"/>
          <a:chOff x="0" y="0"/>
          <a:chExt cx="0" cy="0"/>
        </a:xfrm>
      </p:grpSpPr>
      <p:sp>
        <p:nvSpPr>
          <p:cNvPr id="411" name="Google Shape;411;p2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panose="02020603050405020304"/>
              <a:buNone/>
            </a:pPr>
            <a:r>
              <a:rPr lang="en-US" b="1" u="sng">
                <a:latin typeface="Times New Roman" panose="02020603050405020304"/>
                <a:ea typeface="Times New Roman" panose="02020603050405020304"/>
                <a:cs typeface="Times New Roman" panose="02020603050405020304"/>
                <a:sym typeface="Times New Roman" panose="02020603050405020304"/>
              </a:rPr>
              <a:t>Free Body Diagram</a:t>
            </a:r>
            <a:endParaRPr b="1" u="sng">
              <a:latin typeface="Times New Roman" panose="02020603050405020304"/>
              <a:ea typeface="Times New Roman" panose="02020603050405020304"/>
              <a:cs typeface="Times New Roman" panose="02020603050405020304"/>
              <a:sym typeface="Times New Roman" panose="02020603050405020304"/>
            </a:endParaRPr>
          </a:p>
        </p:txBody>
      </p:sp>
      <p:sp>
        <p:nvSpPr>
          <p:cNvPr id="412" name="Google Shape;412;p27"/>
          <p:cNvSpPr txBox="1"/>
          <p:nvPr>
            <p:ph type="body" idx="1"/>
          </p:nvPr>
        </p:nvSpPr>
        <p:spPr>
          <a:xfrm>
            <a:off x="457200" y="1600200"/>
            <a:ext cx="8229600" cy="4756150"/>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just" rtl="0">
              <a:spcBef>
                <a:spcPts val="0"/>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Free Body Diagrams (FBD) are useful tool for representing the relative magnitude and direction of all forces acting upon an object in a given situation.</a:t>
            </a: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590"/>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It is a sketch of the body drawn in such a way that it shows all the reaction forces, applied forces and moment on the body.</a:t>
            </a: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590"/>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It enables us to check the body for equilibrium.</a:t>
            </a: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590"/>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In a free body diagram, the size of the arrow denotes the magnitude of the force while the direction of the arrow denotes the direction in which the force acts.</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413" name="Google Shape;413;p2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414" name="Google Shape;414;p2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415" name="Google Shape;415;p2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419" name="Shape 419"/>
        <p:cNvGrpSpPr/>
        <p:nvPr/>
      </p:nvGrpSpPr>
      <p:grpSpPr>
        <a:xfrm>
          <a:off x="0" y="0"/>
          <a:ext cx="0" cy="0"/>
          <a:chOff x="0" y="0"/>
          <a:chExt cx="0" cy="0"/>
        </a:xfrm>
      </p:grpSpPr>
      <p:sp>
        <p:nvSpPr>
          <p:cNvPr id="420" name="Google Shape;420;p28"/>
          <p:cNvSpPr txBox="1"/>
          <p:nvPr>
            <p:ph type="title"/>
          </p:nvPr>
        </p:nvSpPr>
        <p:spPr>
          <a:xfrm>
            <a:off x="228600" y="274638"/>
            <a:ext cx="8458200" cy="1143000"/>
          </a:xfrm>
          <a:prstGeom prst="rect">
            <a:avLst/>
          </a:prstGeom>
          <a:noFill/>
          <a:ln>
            <a:noFill/>
          </a:ln>
        </p:spPr>
        <p:txBody>
          <a:bodyPr spcFirstLastPara="1" wrap="square" lIns="91425" tIns="45700" rIns="91425" bIns="45700" anchor="ctr" anchorCtr="0">
            <a:normAutofit/>
          </a:bodyPr>
          <a:lstStyle/>
          <a:p>
            <a:pPr marL="0" lvl="0" indent="0" algn="just" rtl="0">
              <a:spcBef>
                <a:spcPts val="0"/>
              </a:spcBef>
              <a:spcAft>
                <a:spcPts val="0"/>
              </a:spcAft>
              <a:buClr>
                <a:schemeClr val="dk1"/>
              </a:buClr>
              <a:buSzPts val="3200"/>
              <a:buFont typeface="Times New Roman" panose="02020603050405020304"/>
              <a:buNone/>
            </a:pPr>
            <a:r>
              <a:rPr lang="en-US" sz="3200">
                <a:latin typeface="Times New Roman" panose="02020603050405020304"/>
                <a:ea typeface="Times New Roman" panose="02020603050405020304"/>
                <a:cs typeface="Times New Roman" panose="02020603050405020304"/>
                <a:sym typeface="Times New Roman" panose="02020603050405020304"/>
              </a:rPr>
              <a:t>A practical definition of the FBD may be written in the form of an equation as follows:</a:t>
            </a:r>
            <a:endParaRPr sz="3200">
              <a:latin typeface="Times New Roman" panose="02020603050405020304"/>
              <a:ea typeface="Times New Roman" panose="02020603050405020304"/>
              <a:cs typeface="Times New Roman" panose="02020603050405020304"/>
              <a:sym typeface="Times New Roman" panose="02020603050405020304"/>
            </a:endParaRPr>
          </a:p>
        </p:txBody>
      </p:sp>
      <p:sp>
        <p:nvSpPr>
          <p:cNvPr id="421" name="Google Shape;421;p2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422" name="Google Shape;422;p2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423" name="Google Shape;423;p2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424" name="Google Shape;424;p28"/>
          <p:cNvPicPr preferRelativeResize="0"/>
          <p:nvPr>
            <p:ph type="body" idx="1"/>
          </p:nvPr>
        </p:nvPicPr>
        <p:blipFill rotWithShape="1">
          <a:blip r:embed="rId1"/>
          <a:srcRect/>
          <a:stretch>
            <a:fillRect/>
          </a:stretch>
        </p:blipFill>
        <p:spPr>
          <a:xfrm>
            <a:off x="108045" y="1936274"/>
            <a:ext cx="8927910" cy="38100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428" name="Shape 428"/>
        <p:cNvGrpSpPr/>
        <p:nvPr/>
      </p:nvGrpSpPr>
      <p:grpSpPr>
        <a:xfrm>
          <a:off x="0" y="0"/>
          <a:ext cx="0" cy="0"/>
          <a:chOff x="0" y="0"/>
          <a:chExt cx="0" cy="0"/>
        </a:xfrm>
      </p:grpSpPr>
      <p:sp>
        <p:nvSpPr>
          <p:cNvPr id="429" name="Google Shape;429;p29"/>
          <p:cNvSpPr txBox="1"/>
          <p:nvPr>
            <p:ph type="title"/>
          </p:nvPr>
        </p:nvSpPr>
        <p:spPr>
          <a:xfrm>
            <a:off x="0" y="274638"/>
            <a:ext cx="92964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3600"/>
              <a:buFont typeface="Times New Roman" panose="02020603050405020304"/>
              <a:buNone/>
            </a:pPr>
            <a:r>
              <a:rPr lang="en-US" sz="3600" b="1" u="sng">
                <a:latin typeface="Times New Roman" panose="02020603050405020304"/>
                <a:ea typeface="Times New Roman" panose="02020603050405020304"/>
                <a:cs typeface="Times New Roman" panose="02020603050405020304"/>
                <a:sym typeface="Times New Roman" panose="02020603050405020304"/>
              </a:rPr>
              <a:t>What is the purpose of a free body diagram?</a:t>
            </a:r>
            <a:br>
              <a:rPr lang="en-US" sz="3600" b="1" u="sng">
                <a:latin typeface="Times New Roman" panose="02020603050405020304"/>
                <a:ea typeface="Times New Roman" panose="02020603050405020304"/>
                <a:cs typeface="Times New Roman" panose="02020603050405020304"/>
                <a:sym typeface="Times New Roman" panose="02020603050405020304"/>
              </a:rPr>
            </a:br>
            <a:endParaRPr sz="3600" u="sng">
              <a:latin typeface="Times New Roman" panose="02020603050405020304"/>
              <a:ea typeface="Times New Roman" panose="02020603050405020304"/>
              <a:cs typeface="Times New Roman" panose="02020603050405020304"/>
              <a:sym typeface="Times New Roman" panose="02020603050405020304"/>
            </a:endParaRPr>
          </a:p>
        </p:txBody>
      </p:sp>
      <p:sp>
        <p:nvSpPr>
          <p:cNvPr id="430" name="Google Shape;430;p29"/>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3200"/>
              <a:buChar char="•"/>
            </a:pPr>
            <a:r>
              <a:rPr lang="en-US">
                <a:latin typeface="Times New Roman" panose="02020603050405020304"/>
                <a:ea typeface="Times New Roman" panose="02020603050405020304"/>
                <a:cs typeface="Times New Roman" panose="02020603050405020304"/>
                <a:sym typeface="Times New Roman" panose="02020603050405020304"/>
              </a:rPr>
              <a:t>Free body diagrams are tools that are used to visualize the force and moments applied to a body and to calculate the resulting reactions in many types of mechanics problems.</a:t>
            </a: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just" rtl="0">
              <a:spcBef>
                <a:spcPts val="640"/>
              </a:spcBef>
              <a:spcAft>
                <a:spcPts val="0"/>
              </a:spcAft>
              <a:buClr>
                <a:schemeClr val="dk1"/>
              </a:buClr>
              <a:buSzPts val="3200"/>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431" name="Google Shape;431;p2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432" name="Google Shape;432;p2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433" name="Google Shape;433;p2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437" name="Shape 437"/>
        <p:cNvGrpSpPr/>
        <p:nvPr/>
      </p:nvGrpSpPr>
      <p:grpSpPr>
        <a:xfrm>
          <a:off x="0" y="0"/>
          <a:ext cx="0" cy="0"/>
          <a:chOff x="0" y="0"/>
          <a:chExt cx="0" cy="0"/>
        </a:xfrm>
      </p:grpSpPr>
      <p:sp>
        <p:nvSpPr>
          <p:cNvPr id="438" name="Google Shape;438;p30"/>
          <p:cNvSpPr txBox="1"/>
          <p:nvPr>
            <p:ph type="title"/>
          </p:nvPr>
        </p:nvSpPr>
        <p:spPr>
          <a:xfrm>
            <a:off x="457200" y="274638"/>
            <a:ext cx="8610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imes New Roman" panose="02020603050405020304"/>
              <a:buNone/>
            </a:pPr>
            <a:r>
              <a:rPr lang="en-US" b="1" u="sng">
                <a:latin typeface="Times New Roman" panose="02020603050405020304"/>
                <a:ea typeface="Times New Roman" panose="02020603050405020304"/>
                <a:cs typeface="Times New Roman" panose="02020603050405020304"/>
                <a:sym typeface="Times New Roman" panose="02020603050405020304"/>
              </a:rPr>
              <a:t>Guides for drawing free body diagram</a:t>
            </a:r>
            <a:endParaRPr b="1" u="sng">
              <a:latin typeface="Times New Roman" panose="02020603050405020304"/>
              <a:ea typeface="Times New Roman" panose="02020603050405020304"/>
              <a:cs typeface="Times New Roman" panose="02020603050405020304"/>
              <a:sym typeface="Times New Roman" panose="02020603050405020304"/>
            </a:endParaRPr>
          </a:p>
        </p:txBody>
      </p:sp>
      <p:sp>
        <p:nvSpPr>
          <p:cNvPr id="439" name="Google Shape;439;p30"/>
          <p:cNvSpPr txBox="1"/>
          <p:nvPr>
            <p:ph type="body" idx="1"/>
          </p:nvPr>
        </p:nvSpPr>
        <p:spPr>
          <a:xfrm>
            <a:off x="457200" y="1600200"/>
            <a:ext cx="8229600" cy="4983162"/>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just" rtl="0">
              <a:spcBef>
                <a:spcPts val="0"/>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The body to be isolated for consideration may be the entire system or any portion of the system. So, it is important to make a clear decision as to which portion of the system is to be freed.</a:t>
            </a: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590"/>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The free body drawn should have no external supports or connections.</a:t>
            </a: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590"/>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Any adopted coordinate system whose axes are not in the horizontal and vertical directions should be shown.</a:t>
            </a: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590"/>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Appropriate dimensions which are needed in defining the configuration of the force system, should be indicated.</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440" name="Google Shape;440;p3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441" name="Google Shape;441;p3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442" name="Google Shape;442;p3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446" name="Shape 446"/>
        <p:cNvGrpSpPr/>
        <p:nvPr/>
      </p:nvGrpSpPr>
      <p:grpSpPr>
        <a:xfrm>
          <a:off x="0" y="0"/>
          <a:ext cx="0" cy="0"/>
          <a:chOff x="0" y="0"/>
          <a:chExt cx="0" cy="0"/>
        </a:xfrm>
      </p:grpSpPr>
      <p:sp>
        <p:nvSpPr>
          <p:cNvPr id="447" name="Google Shape;447;p31"/>
          <p:cNvSpPr txBox="1"/>
          <p:nvPr>
            <p:ph type="body" idx="1"/>
          </p:nvPr>
        </p:nvSpPr>
        <p:spPr>
          <a:xfrm>
            <a:off x="152400" y="228600"/>
            <a:ext cx="8534400" cy="612775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2800"/>
              <a:buChar char="•"/>
            </a:pPr>
            <a:r>
              <a:rPr lang="en-US" sz="2800">
                <a:latin typeface="Times New Roman" panose="02020603050405020304"/>
                <a:ea typeface="Times New Roman" panose="02020603050405020304"/>
                <a:cs typeface="Times New Roman" panose="02020603050405020304"/>
                <a:sym typeface="Times New Roman" panose="02020603050405020304"/>
              </a:rPr>
              <a:t>Each applied load should be indicated with an arrow and labeled either with its known magnitude or with a letter when it is not known.</a:t>
            </a:r>
            <a:endParaRPr sz="280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560"/>
              </a:spcBef>
              <a:spcAft>
                <a:spcPts val="0"/>
              </a:spcAft>
              <a:buClr>
                <a:schemeClr val="dk1"/>
              </a:buClr>
              <a:buSzPts val="2800"/>
              <a:buChar char="•"/>
            </a:pPr>
            <a:r>
              <a:rPr lang="en-US" sz="2800">
                <a:latin typeface="Times New Roman" panose="02020603050405020304"/>
                <a:ea typeface="Times New Roman" panose="02020603050405020304"/>
                <a:cs typeface="Times New Roman" panose="02020603050405020304"/>
                <a:sym typeface="Times New Roman" panose="02020603050405020304"/>
              </a:rPr>
              <a:t>The weight force of the free body should be indicated with a vertical downward arrow and labeled if the weight is not negligible.</a:t>
            </a:r>
            <a:endParaRPr sz="280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560"/>
              </a:spcBef>
              <a:spcAft>
                <a:spcPts val="0"/>
              </a:spcAft>
              <a:buClr>
                <a:schemeClr val="dk1"/>
              </a:buClr>
              <a:buSzPts val="2800"/>
              <a:buChar char="•"/>
            </a:pPr>
            <a:r>
              <a:rPr lang="en-US" sz="2800">
                <a:latin typeface="Times New Roman" panose="02020603050405020304"/>
                <a:ea typeface="Times New Roman" panose="02020603050405020304"/>
                <a:cs typeface="Times New Roman" panose="02020603050405020304"/>
                <a:sym typeface="Times New Roman" panose="02020603050405020304"/>
              </a:rPr>
              <a:t>The action exerted by the body on its supports and connections should not be indicated with arrows and labeled.</a:t>
            </a:r>
            <a:endParaRPr sz="280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560"/>
              </a:spcBef>
              <a:spcAft>
                <a:spcPts val="0"/>
              </a:spcAft>
              <a:buClr>
                <a:schemeClr val="dk1"/>
              </a:buClr>
              <a:buSzPts val="2800"/>
              <a:buChar char="•"/>
            </a:pPr>
            <a:r>
              <a:rPr lang="en-US" sz="2800">
                <a:latin typeface="Times New Roman" panose="02020603050405020304"/>
                <a:ea typeface="Times New Roman" panose="02020603050405020304"/>
                <a:cs typeface="Times New Roman" panose="02020603050405020304"/>
                <a:sym typeface="Times New Roman" panose="02020603050405020304"/>
              </a:rPr>
              <a:t>The sense of an unknown force, when not reasonably obvious, may be assumed and corrected later if the value obtained is negative.</a:t>
            </a:r>
            <a:endParaRPr sz="280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560"/>
              </a:spcBef>
              <a:spcAft>
                <a:spcPts val="0"/>
              </a:spcAft>
              <a:buClr>
                <a:schemeClr val="dk1"/>
              </a:buClr>
              <a:buSzPts val="2800"/>
              <a:buChar char="•"/>
            </a:pPr>
            <a:r>
              <a:rPr lang="en-US" sz="2800">
                <a:latin typeface="Times New Roman" panose="02020603050405020304"/>
                <a:ea typeface="Times New Roman" panose="02020603050405020304"/>
                <a:cs typeface="Times New Roman" panose="02020603050405020304"/>
                <a:sym typeface="Times New Roman" panose="02020603050405020304"/>
              </a:rPr>
              <a:t>The forces in the cords or members which are uncut in the free body diagram should not be shown.</a:t>
            </a:r>
            <a:endParaRPr sz="2800">
              <a:latin typeface="Times New Roman" panose="02020603050405020304"/>
              <a:ea typeface="Times New Roman" panose="02020603050405020304"/>
              <a:cs typeface="Times New Roman" panose="02020603050405020304"/>
              <a:sym typeface="Times New Roman" panose="02020603050405020304"/>
            </a:endParaRPr>
          </a:p>
        </p:txBody>
      </p:sp>
      <p:sp>
        <p:nvSpPr>
          <p:cNvPr id="448" name="Google Shape;448;p3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449" name="Google Shape;449;p3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450" name="Google Shape;450;p3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454" name="Shape 454"/>
        <p:cNvGrpSpPr/>
        <p:nvPr/>
      </p:nvGrpSpPr>
      <p:grpSpPr>
        <a:xfrm>
          <a:off x="0" y="0"/>
          <a:ext cx="0" cy="0"/>
          <a:chOff x="0" y="0"/>
          <a:chExt cx="0" cy="0"/>
        </a:xfrm>
      </p:grpSpPr>
      <p:sp>
        <p:nvSpPr>
          <p:cNvPr id="455" name="Google Shape;455;p32"/>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p>
        </p:txBody>
      </p:sp>
      <p:pic>
        <p:nvPicPr>
          <p:cNvPr id="456" name="Google Shape;456;p32"/>
          <p:cNvPicPr preferRelativeResize="0"/>
          <p:nvPr>
            <p:ph type="body" idx="1"/>
          </p:nvPr>
        </p:nvPicPr>
        <p:blipFill rotWithShape="1">
          <a:blip r:embed="rId1"/>
          <a:srcRect/>
          <a:stretch>
            <a:fillRect/>
          </a:stretch>
        </p:blipFill>
        <p:spPr>
          <a:xfrm>
            <a:off x="152400" y="916139"/>
            <a:ext cx="8229600" cy="3063573"/>
          </a:xfrm>
          <a:prstGeom prst="rect">
            <a:avLst/>
          </a:prstGeom>
          <a:noFill/>
          <a:ln>
            <a:noFill/>
          </a:ln>
        </p:spPr>
      </p:pic>
      <p:sp>
        <p:nvSpPr>
          <p:cNvPr id="457" name="Google Shape;457;p3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458" name="Google Shape;458;p3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459" name="Google Shape;459;p3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460" name="Google Shape;460;p32"/>
          <p:cNvPicPr preferRelativeResize="0"/>
          <p:nvPr/>
        </p:nvPicPr>
        <p:blipFill rotWithShape="1">
          <a:blip r:embed="rId2"/>
          <a:srcRect/>
          <a:stretch>
            <a:fillRect/>
          </a:stretch>
        </p:blipFill>
        <p:spPr>
          <a:xfrm>
            <a:off x="3419475" y="4000790"/>
            <a:ext cx="2305050" cy="17335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464" name="Shape 464"/>
        <p:cNvGrpSpPr/>
        <p:nvPr/>
      </p:nvGrpSpPr>
      <p:grpSpPr>
        <a:xfrm>
          <a:off x="0" y="0"/>
          <a:ext cx="0" cy="0"/>
          <a:chOff x="0" y="0"/>
          <a:chExt cx="0" cy="0"/>
        </a:xfrm>
      </p:grpSpPr>
      <p:sp>
        <p:nvSpPr>
          <p:cNvPr id="465" name="Google Shape;465;p33"/>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r>
              <a:rPr lang="en-US"/>
              <a:t>Examples:</a:t>
            </a:r>
            <a:endParaRPr lang="en-US"/>
          </a:p>
        </p:txBody>
      </p:sp>
      <p:pic>
        <p:nvPicPr>
          <p:cNvPr id="466" name="Google Shape;466;p33"/>
          <p:cNvPicPr preferRelativeResize="0"/>
          <p:nvPr>
            <p:ph type="body" idx="1"/>
          </p:nvPr>
        </p:nvPicPr>
        <p:blipFill rotWithShape="1">
          <a:blip r:embed="rId1"/>
          <a:srcRect l="9339" t="7595"/>
          <a:stretch>
            <a:fillRect/>
          </a:stretch>
        </p:blipFill>
        <p:spPr>
          <a:xfrm>
            <a:off x="914400" y="1328987"/>
            <a:ext cx="6324600" cy="4200025"/>
          </a:xfrm>
          <a:prstGeom prst="rect">
            <a:avLst/>
          </a:prstGeom>
          <a:noFill/>
          <a:ln>
            <a:noFill/>
          </a:ln>
        </p:spPr>
      </p:pic>
      <p:sp>
        <p:nvSpPr>
          <p:cNvPr id="467" name="Google Shape;467;p3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468" name="Google Shape;468;p3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469" name="Google Shape;469;p3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473" name="Shape 473"/>
        <p:cNvGrpSpPr/>
        <p:nvPr/>
      </p:nvGrpSpPr>
      <p:grpSpPr>
        <a:xfrm>
          <a:off x="0" y="0"/>
          <a:ext cx="0" cy="0"/>
          <a:chOff x="0" y="0"/>
          <a:chExt cx="0" cy="0"/>
        </a:xfrm>
      </p:grpSpPr>
      <p:sp>
        <p:nvSpPr>
          <p:cNvPr id="474" name="Google Shape;474;p3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p>
        </p:txBody>
      </p:sp>
      <p:pic>
        <p:nvPicPr>
          <p:cNvPr id="475" name="Google Shape;475;p34"/>
          <p:cNvPicPr preferRelativeResize="0"/>
          <p:nvPr>
            <p:ph type="body" idx="1"/>
          </p:nvPr>
        </p:nvPicPr>
        <p:blipFill rotWithShape="1">
          <a:blip r:embed="rId1"/>
          <a:srcRect/>
          <a:stretch>
            <a:fillRect/>
          </a:stretch>
        </p:blipFill>
        <p:spPr>
          <a:xfrm>
            <a:off x="645942" y="685800"/>
            <a:ext cx="7278858" cy="5670550"/>
          </a:xfrm>
          <a:prstGeom prst="rect">
            <a:avLst/>
          </a:prstGeom>
          <a:noFill/>
          <a:ln>
            <a:noFill/>
          </a:ln>
        </p:spPr>
      </p:pic>
      <p:sp>
        <p:nvSpPr>
          <p:cNvPr id="476" name="Google Shape;476;p3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477" name="Google Shape;477;p3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478" name="Google Shape;478;p3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482" name="Shape 482"/>
        <p:cNvGrpSpPr/>
        <p:nvPr/>
      </p:nvGrpSpPr>
      <p:grpSpPr>
        <a:xfrm>
          <a:off x="0" y="0"/>
          <a:ext cx="0" cy="0"/>
          <a:chOff x="0" y="0"/>
          <a:chExt cx="0" cy="0"/>
        </a:xfrm>
      </p:grpSpPr>
      <p:sp>
        <p:nvSpPr>
          <p:cNvPr id="483" name="Google Shape;483;p35"/>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p>
        </p:txBody>
      </p:sp>
      <p:pic>
        <p:nvPicPr>
          <p:cNvPr id="484" name="Google Shape;484;p35"/>
          <p:cNvPicPr preferRelativeResize="0"/>
          <p:nvPr>
            <p:ph type="body" idx="1"/>
          </p:nvPr>
        </p:nvPicPr>
        <p:blipFill rotWithShape="1">
          <a:blip r:embed="rId1"/>
          <a:srcRect/>
          <a:stretch>
            <a:fillRect/>
          </a:stretch>
        </p:blipFill>
        <p:spPr>
          <a:xfrm>
            <a:off x="1100137" y="846138"/>
            <a:ext cx="5453063" cy="4898044"/>
          </a:xfrm>
          <a:prstGeom prst="rect">
            <a:avLst/>
          </a:prstGeom>
          <a:noFill/>
          <a:ln>
            <a:noFill/>
          </a:ln>
        </p:spPr>
      </p:pic>
      <p:sp>
        <p:nvSpPr>
          <p:cNvPr id="485" name="Google Shape;485;p3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486" name="Google Shape;486;p3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487" name="Google Shape;487;p3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491" name="Shape 491"/>
        <p:cNvGrpSpPr/>
        <p:nvPr/>
      </p:nvGrpSpPr>
      <p:grpSpPr>
        <a:xfrm>
          <a:off x="0" y="0"/>
          <a:ext cx="0" cy="0"/>
          <a:chOff x="0" y="0"/>
          <a:chExt cx="0" cy="0"/>
        </a:xfrm>
      </p:grpSpPr>
      <p:sp>
        <p:nvSpPr>
          <p:cNvPr id="492" name="Google Shape;492;p3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r>
              <a:rPr lang="en-US"/>
              <a:t>Examples:</a:t>
            </a:r>
            <a:endParaRPr lang="en-US"/>
          </a:p>
        </p:txBody>
      </p:sp>
      <p:pic>
        <p:nvPicPr>
          <p:cNvPr id="493" name="Google Shape;493;p36"/>
          <p:cNvPicPr preferRelativeResize="0"/>
          <p:nvPr>
            <p:ph type="body" idx="1"/>
          </p:nvPr>
        </p:nvPicPr>
        <p:blipFill rotWithShape="1">
          <a:blip r:embed="rId1"/>
          <a:srcRect/>
          <a:stretch>
            <a:fillRect/>
          </a:stretch>
        </p:blipFill>
        <p:spPr>
          <a:xfrm>
            <a:off x="657225" y="1600200"/>
            <a:ext cx="6305550" cy="3915775"/>
          </a:xfrm>
          <a:prstGeom prst="rect">
            <a:avLst/>
          </a:prstGeom>
          <a:noFill/>
          <a:ln>
            <a:noFill/>
          </a:ln>
        </p:spPr>
      </p:pic>
      <p:sp>
        <p:nvSpPr>
          <p:cNvPr id="494" name="Google Shape;494;p3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495" name="Google Shape;495;p3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496" name="Google Shape;496;p3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500" name="Shape 500"/>
        <p:cNvGrpSpPr/>
        <p:nvPr/>
      </p:nvGrpSpPr>
      <p:grpSpPr>
        <a:xfrm>
          <a:off x="0" y="0"/>
          <a:ext cx="0" cy="0"/>
          <a:chOff x="0" y="0"/>
          <a:chExt cx="0" cy="0"/>
        </a:xfrm>
      </p:grpSpPr>
      <p:sp>
        <p:nvSpPr>
          <p:cNvPr id="501" name="Google Shape;501;p3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p>
        </p:txBody>
      </p:sp>
      <p:pic>
        <p:nvPicPr>
          <p:cNvPr id="502" name="Google Shape;502;p37"/>
          <p:cNvPicPr preferRelativeResize="0"/>
          <p:nvPr>
            <p:ph type="body" idx="1"/>
          </p:nvPr>
        </p:nvPicPr>
        <p:blipFill rotWithShape="1">
          <a:blip r:embed="rId1"/>
          <a:srcRect/>
          <a:stretch>
            <a:fillRect/>
          </a:stretch>
        </p:blipFill>
        <p:spPr>
          <a:xfrm>
            <a:off x="90487" y="555625"/>
            <a:ext cx="4398217" cy="2644775"/>
          </a:xfrm>
          <a:prstGeom prst="rect">
            <a:avLst/>
          </a:prstGeom>
          <a:noFill/>
          <a:ln>
            <a:noFill/>
          </a:ln>
        </p:spPr>
      </p:pic>
      <p:sp>
        <p:nvSpPr>
          <p:cNvPr id="503" name="Google Shape;503;p3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504" name="Google Shape;504;p3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505" name="Google Shape;505;p3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506" name="Google Shape;506;p37"/>
          <p:cNvPicPr preferRelativeResize="0"/>
          <p:nvPr/>
        </p:nvPicPr>
        <p:blipFill rotWithShape="1">
          <a:blip r:embed="rId2"/>
          <a:srcRect/>
          <a:stretch>
            <a:fillRect/>
          </a:stretch>
        </p:blipFill>
        <p:spPr>
          <a:xfrm>
            <a:off x="4933949" y="3386798"/>
            <a:ext cx="3533035" cy="255680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2"/>
                                        </p:tgtEl>
                                        <p:attrNameLst>
                                          <p:attrName>style.visibility</p:attrName>
                                        </p:attrNameLst>
                                      </p:cBhvr>
                                      <p:to>
                                        <p:strVal val="visible"/>
                                      </p:to>
                                    </p:set>
                                    <p:animEffect transition="in" filter="fade">
                                      <p:cBhvr>
                                        <p:cTn id="7" dur="500"/>
                                        <p:tgtEl>
                                          <p:spTgt spid="5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06"/>
                                        </p:tgtEl>
                                        <p:attrNameLst>
                                          <p:attrName>style.visibility</p:attrName>
                                        </p:attrNameLst>
                                      </p:cBhvr>
                                      <p:to>
                                        <p:strVal val="visible"/>
                                      </p:to>
                                    </p:set>
                                    <p:animEffect transition="in" filter="fade">
                                      <p:cBhvr>
                                        <p:cTn id="12" dur="500"/>
                                        <p:tgtEl>
                                          <p:spTgt spid="5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510" name="Shape 510"/>
        <p:cNvGrpSpPr/>
        <p:nvPr/>
      </p:nvGrpSpPr>
      <p:grpSpPr>
        <a:xfrm>
          <a:off x="0" y="0"/>
          <a:ext cx="0" cy="0"/>
          <a:chOff x="0" y="0"/>
          <a:chExt cx="0" cy="0"/>
        </a:xfrm>
      </p:grpSpPr>
      <p:sp>
        <p:nvSpPr>
          <p:cNvPr id="511" name="Google Shape;511;p3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p>
        </p:txBody>
      </p:sp>
      <p:pic>
        <p:nvPicPr>
          <p:cNvPr id="512" name="Google Shape;512;p38"/>
          <p:cNvPicPr preferRelativeResize="0"/>
          <p:nvPr>
            <p:ph type="body" idx="1"/>
          </p:nvPr>
        </p:nvPicPr>
        <p:blipFill rotWithShape="1">
          <a:blip r:embed="rId1"/>
          <a:srcRect/>
          <a:stretch>
            <a:fillRect/>
          </a:stretch>
        </p:blipFill>
        <p:spPr>
          <a:xfrm>
            <a:off x="14067" y="1066800"/>
            <a:ext cx="4386303" cy="2667000"/>
          </a:xfrm>
          <a:prstGeom prst="rect">
            <a:avLst/>
          </a:prstGeom>
          <a:noFill/>
          <a:ln>
            <a:noFill/>
          </a:ln>
        </p:spPr>
      </p:pic>
      <p:sp>
        <p:nvSpPr>
          <p:cNvPr id="513" name="Google Shape;513;p3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514" name="Google Shape;514;p3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515" name="Google Shape;515;p3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516" name="Google Shape;516;p38"/>
          <p:cNvPicPr preferRelativeResize="0"/>
          <p:nvPr/>
        </p:nvPicPr>
        <p:blipFill rotWithShape="1">
          <a:blip r:embed="rId2"/>
          <a:srcRect/>
          <a:stretch>
            <a:fillRect/>
          </a:stretch>
        </p:blipFill>
        <p:spPr>
          <a:xfrm>
            <a:off x="4876800" y="3481754"/>
            <a:ext cx="4138603" cy="287459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2"/>
                                        </p:tgtEl>
                                        <p:attrNameLst>
                                          <p:attrName>style.visibility</p:attrName>
                                        </p:attrNameLst>
                                      </p:cBhvr>
                                      <p:to>
                                        <p:strVal val="visible"/>
                                      </p:to>
                                    </p:set>
                                    <p:animEffect transition="in" filter="fade">
                                      <p:cBhvr>
                                        <p:cTn id="7" dur="500"/>
                                        <p:tgtEl>
                                          <p:spTgt spid="5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16"/>
                                        </p:tgtEl>
                                        <p:attrNameLst>
                                          <p:attrName>style.visibility</p:attrName>
                                        </p:attrNameLst>
                                      </p:cBhvr>
                                      <p:to>
                                        <p:strVal val="visible"/>
                                      </p:to>
                                    </p:set>
                                    <p:animEffect transition="in" filter="fade">
                                      <p:cBhvr>
                                        <p:cTn id="12" dur="2000"/>
                                        <p:tgtEl>
                                          <p:spTgt spid="5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520" name="Shape 520"/>
        <p:cNvGrpSpPr/>
        <p:nvPr/>
      </p:nvGrpSpPr>
      <p:grpSpPr>
        <a:xfrm>
          <a:off x="0" y="0"/>
          <a:ext cx="0" cy="0"/>
          <a:chOff x="0" y="0"/>
          <a:chExt cx="0" cy="0"/>
        </a:xfrm>
      </p:grpSpPr>
      <p:sp>
        <p:nvSpPr>
          <p:cNvPr id="521" name="Google Shape;521;p39"/>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1.5 Equation of equilibrium in two dimension</a:t>
            </a:r>
            <a:endParaRPr b="1">
              <a:latin typeface="Times New Roman" panose="02020603050405020304"/>
              <a:ea typeface="Times New Roman" panose="02020603050405020304"/>
              <a:cs typeface="Times New Roman" panose="02020603050405020304"/>
              <a:sym typeface="Times New Roman" panose="02020603050405020304"/>
            </a:endParaRPr>
          </a:p>
        </p:txBody>
      </p:sp>
      <p:sp>
        <p:nvSpPr>
          <p:cNvPr id="522" name="Google Shape;522;p39"/>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p>
        </p:txBody>
      </p:sp>
      <p:sp>
        <p:nvSpPr>
          <p:cNvPr id="523" name="Google Shape;523;p3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524" name="Google Shape;524;p3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525" name="Google Shape;525;p3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529" name="Shape 529"/>
        <p:cNvGrpSpPr/>
        <p:nvPr/>
      </p:nvGrpSpPr>
      <p:grpSpPr>
        <a:xfrm>
          <a:off x="0" y="0"/>
          <a:ext cx="0" cy="0"/>
          <a:chOff x="0" y="0"/>
          <a:chExt cx="0" cy="0"/>
        </a:xfrm>
      </p:grpSpPr>
      <p:sp>
        <p:nvSpPr>
          <p:cNvPr id="530" name="Google Shape;530;p40"/>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Equilibrium</a:t>
            </a:r>
            <a:endParaRPr b="1">
              <a:latin typeface="Times New Roman" panose="02020603050405020304"/>
              <a:ea typeface="Times New Roman" panose="02020603050405020304"/>
              <a:cs typeface="Times New Roman" panose="02020603050405020304"/>
              <a:sym typeface="Times New Roman" panose="02020603050405020304"/>
            </a:endParaRPr>
          </a:p>
        </p:txBody>
      </p:sp>
      <p:sp>
        <p:nvSpPr>
          <p:cNvPr id="531" name="Google Shape;531;p40"/>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just" rtl="0">
              <a:spcBef>
                <a:spcPts val="0"/>
              </a:spcBef>
              <a:spcAft>
                <a:spcPts val="0"/>
              </a:spcAft>
              <a:buClr>
                <a:schemeClr val="dk1"/>
              </a:buClr>
              <a:buSzPts val="3200"/>
              <a:buChar char="•"/>
            </a:pPr>
            <a:r>
              <a:rPr lang="en-US">
                <a:latin typeface="Times New Roman" panose="02020603050405020304"/>
                <a:ea typeface="Times New Roman" panose="02020603050405020304"/>
                <a:cs typeface="Times New Roman" panose="02020603050405020304"/>
                <a:sym typeface="Times New Roman" panose="02020603050405020304"/>
              </a:rPr>
              <a:t>When a rigid body or particles is acted upon by many number of forces, the rigid body or particles is said to be in equilibrium if there is no unbalanced force acting on it, so that the resultant of all forces must be zero.</a:t>
            </a: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640"/>
              </a:spcBef>
              <a:spcAft>
                <a:spcPts val="0"/>
              </a:spcAft>
              <a:buClr>
                <a:schemeClr val="dk1"/>
              </a:buClr>
              <a:buSzPts val="3200"/>
              <a:buChar char="•"/>
            </a:pPr>
            <a:r>
              <a:rPr lang="en-US">
                <a:latin typeface="Times New Roman" panose="02020603050405020304"/>
                <a:ea typeface="Times New Roman" panose="02020603050405020304"/>
                <a:cs typeface="Times New Roman" panose="02020603050405020304"/>
                <a:sym typeface="Times New Roman" panose="02020603050405020304"/>
              </a:rPr>
              <a:t>If the body is at rest or moves with constant velocity it is said to be in equilibrium.</a:t>
            </a: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640"/>
              </a:spcBef>
              <a:spcAft>
                <a:spcPts val="0"/>
              </a:spcAft>
              <a:buClr>
                <a:schemeClr val="dk1"/>
              </a:buClr>
              <a:buSzPts val="3200"/>
              <a:buChar char="•"/>
            </a:pPr>
            <a:r>
              <a:rPr lang="en-US">
                <a:latin typeface="Times New Roman" panose="02020603050405020304"/>
                <a:ea typeface="Times New Roman" panose="02020603050405020304"/>
                <a:cs typeface="Times New Roman" panose="02020603050405020304"/>
                <a:sym typeface="Times New Roman" panose="02020603050405020304"/>
              </a:rPr>
              <a:t>In eqiuilibrium, body donot possess acceleration.</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532" name="Google Shape;532;p4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533" name="Google Shape;533;p4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534" name="Google Shape;534;p4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538" name="Shape 538"/>
        <p:cNvGrpSpPr/>
        <p:nvPr/>
      </p:nvGrpSpPr>
      <p:grpSpPr>
        <a:xfrm>
          <a:off x="0" y="0"/>
          <a:ext cx="0" cy="0"/>
          <a:chOff x="0" y="0"/>
          <a:chExt cx="0" cy="0"/>
        </a:xfrm>
      </p:grpSpPr>
      <p:sp>
        <p:nvSpPr>
          <p:cNvPr id="539" name="Google Shape;539;p4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p>
        </p:txBody>
      </p:sp>
      <p:grpSp>
        <p:nvGrpSpPr>
          <p:cNvPr id="540" name="Google Shape;540;p41"/>
          <p:cNvGrpSpPr/>
          <p:nvPr/>
        </p:nvGrpSpPr>
        <p:grpSpPr>
          <a:xfrm>
            <a:off x="457200" y="327035"/>
            <a:ext cx="8229600" cy="5838805"/>
            <a:chOff x="0" y="190510"/>
            <a:chExt cx="8229600" cy="5838805"/>
          </a:xfrm>
        </p:grpSpPr>
        <p:sp>
          <p:nvSpPr>
            <p:cNvPr id="541" name="Google Shape;541;p41"/>
            <p:cNvSpPr/>
            <p:nvPr/>
          </p:nvSpPr>
          <p:spPr>
            <a:xfrm>
              <a:off x="1734024" y="1620498"/>
              <a:ext cx="2119954" cy="655568"/>
            </a:xfrm>
            <a:custGeom>
              <a:avLst/>
              <a:gdLst/>
              <a:ahLst/>
              <a:cxnLst/>
              <a:rect l="l" t="t" r="r" b="b"/>
              <a:pathLst>
                <a:path w="3339" h="1032" extrusionOk="0">
                  <a:moveTo>
                    <a:pt x="3339" y="0"/>
                  </a:moveTo>
                  <a:lnTo>
                    <a:pt x="3339" y="700"/>
                  </a:lnTo>
                  <a:lnTo>
                    <a:pt x="0" y="700"/>
                  </a:lnTo>
                  <a:lnTo>
                    <a:pt x="0" y="1032"/>
                  </a:lnTo>
                </a:path>
              </a:pathLst>
            </a:custGeom>
            <a:noFill/>
            <a:ln w="25400" cap="flat" cmpd="sng">
              <a:solidFill>
                <a:srgbClr val="3E6695"/>
              </a:solidFill>
              <a:prstDash val="solid"/>
              <a:round/>
              <a:headEnd type="none" w="sm" len="sm"/>
              <a:tailEnd type="none" w="sm" len="sm"/>
            </a:ln>
          </p:spPr>
        </p:sp>
        <p:sp>
          <p:nvSpPr>
            <p:cNvPr id="542" name="Google Shape;542;p41"/>
            <p:cNvSpPr txBox="1"/>
            <p:nvPr/>
          </p:nvSpPr>
          <p:spPr>
            <a:xfrm>
              <a:off x="1734024" y="1620498"/>
              <a:ext cx="2119954" cy="65556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3" name="Google Shape;543;p41"/>
            <p:cNvSpPr/>
            <p:nvPr/>
          </p:nvSpPr>
          <p:spPr>
            <a:xfrm>
              <a:off x="1734024" y="3706054"/>
              <a:ext cx="0" cy="655568"/>
            </a:xfrm>
            <a:custGeom>
              <a:avLst/>
              <a:gdLst/>
              <a:ahLst/>
              <a:cxnLst/>
              <a:rect l="l" t="t" r="r" b="b"/>
              <a:pathLst>
                <a:path w="120000" h="1032" extrusionOk="0">
                  <a:moveTo>
                    <a:pt x="0" y="0"/>
                  </a:moveTo>
                  <a:lnTo>
                    <a:pt x="0" y="1032"/>
                  </a:lnTo>
                </a:path>
              </a:pathLst>
            </a:custGeom>
            <a:noFill/>
            <a:ln w="25400" cap="flat" cmpd="sng">
              <a:solidFill>
                <a:srgbClr val="4774AA"/>
              </a:solidFill>
              <a:prstDash val="solid"/>
              <a:round/>
              <a:headEnd type="none" w="sm" len="sm"/>
              <a:tailEnd type="none" w="sm" len="sm"/>
            </a:ln>
          </p:spPr>
        </p:sp>
        <p:sp>
          <p:nvSpPr>
            <p:cNvPr id="544" name="Google Shape;544;p41"/>
            <p:cNvSpPr txBox="1"/>
            <p:nvPr/>
          </p:nvSpPr>
          <p:spPr>
            <a:xfrm>
              <a:off x="1734024" y="3706054"/>
              <a:ext cx="0" cy="65556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5" name="Google Shape;545;p41"/>
            <p:cNvSpPr/>
            <p:nvPr/>
          </p:nvSpPr>
          <p:spPr>
            <a:xfrm>
              <a:off x="3853978" y="1620498"/>
              <a:ext cx="2119954" cy="655568"/>
            </a:xfrm>
            <a:custGeom>
              <a:avLst/>
              <a:gdLst/>
              <a:ahLst/>
              <a:cxnLst/>
              <a:rect l="l" t="t" r="r" b="b"/>
              <a:pathLst>
                <a:path w="3339" h="1032" extrusionOk="0">
                  <a:moveTo>
                    <a:pt x="0" y="0"/>
                  </a:moveTo>
                  <a:lnTo>
                    <a:pt x="0" y="700"/>
                  </a:lnTo>
                  <a:lnTo>
                    <a:pt x="3339" y="700"/>
                  </a:lnTo>
                  <a:lnTo>
                    <a:pt x="3339" y="1032"/>
                  </a:lnTo>
                </a:path>
              </a:pathLst>
            </a:custGeom>
            <a:noFill/>
            <a:ln w="25400" cap="flat" cmpd="sng">
              <a:solidFill>
                <a:srgbClr val="3E6695"/>
              </a:solidFill>
              <a:prstDash val="solid"/>
              <a:round/>
              <a:headEnd type="none" w="sm" len="sm"/>
              <a:tailEnd type="none" w="sm" len="sm"/>
            </a:ln>
          </p:spPr>
        </p:sp>
        <p:sp>
          <p:nvSpPr>
            <p:cNvPr id="546" name="Google Shape;546;p41"/>
            <p:cNvSpPr txBox="1"/>
            <p:nvPr/>
          </p:nvSpPr>
          <p:spPr>
            <a:xfrm>
              <a:off x="3853978" y="1620498"/>
              <a:ext cx="2119954" cy="65556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7" name="Google Shape;547;p41"/>
            <p:cNvSpPr/>
            <p:nvPr/>
          </p:nvSpPr>
          <p:spPr>
            <a:xfrm>
              <a:off x="5973932" y="3706054"/>
              <a:ext cx="0" cy="655568"/>
            </a:xfrm>
            <a:custGeom>
              <a:avLst/>
              <a:gdLst/>
              <a:ahLst/>
              <a:cxnLst/>
              <a:rect l="l" t="t" r="r" b="b"/>
              <a:pathLst>
                <a:path w="120000" h="1032" extrusionOk="0">
                  <a:moveTo>
                    <a:pt x="0" y="0"/>
                  </a:moveTo>
                  <a:lnTo>
                    <a:pt x="0" y="1032"/>
                  </a:lnTo>
                </a:path>
              </a:pathLst>
            </a:custGeom>
            <a:noFill/>
            <a:ln w="25400" cap="flat" cmpd="sng">
              <a:solidFill>
                <a:srgbClr val="4774AA"/>
              </a:solidFill>
              <a:prstDash val="solid"/>
              <a:round/>
              <a:headEnd type="none" w="sm" len="sm"/>
              <a:tailEnd type="none" w="sm" len="sm"/>
            </a:ln>
          </p:spPr>
        </p:sp>
        <p:sp>
          <p:nvSpPr>
            <p:cNvPr id="548" name="Google Shape;548;p41"/>
            <p:cNvSpPr txBox="1"/>
            <p:nvPr/>
          </p:nvSpPr>
          <p:spPr>
            <a:xfrm>
              <a:off x="5973932" y="3706054"/>
              <a:ext cx="0" cy="65556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9" name="Google Shape;549;p41"/>
            <p:cNvSpPr/>
            <p:nvPr/>
          </p:nvSpPr>
          <p:spPr>
            <a:xfrm>
              <a:off x="1868141" y="190510"/>
              <a:ext cx="3971674" cy="1429988"/>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0" name="Google Shape;550;p41"/>
            <p:cNvSpPr txBox="1"/>
            <p:nvPr/>
          </p:nvSpPr>
          <p:spPr>
            <a:xfrm>
              <a:off x="1868141" y="190510"/>
              <a:ext cx="3971674" cy="142998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1" name="Google Shape;551;p41"/>
            <p:cNvSpPr/>
            <p:nvPr/>
          </p:nvSpPr>
          <p:spPr>
            <a:xfrm>
              <a:off x="2118358" y="428216"/>
              <a:ext cx="3971674" cy="1429988"/>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2" name="Google Shape;552;p41"/>
            <p:cNvSpPr txBox="1"/>
            <p:nvPr/>
          </p:nvSpPr>
          <p:spPr>
            <a:xfrm>
              <a:off x="2118358" y="428216"/>
              <a:ext cx="3971674" cy="1429988"/>
            </a:xfrm>
            <a:prstGeom prst="rect">
              <a:avLst/>
            </a:prstGeom>
            <a:noFill/>
            <a:ln>
              <a:noFill/>
            </a:ln>
          </p:spPr>
          <p:txBody>
            <a:bodyPr spcFirstLastPara="1" wrap="square" lIns="118100" tIns="118100" rIns="118100" bIns="118100" anchor="ctr" anchorCtr="0">
              <a:noAutofit/>
            </a:bodyPr>
            <a:lstStyle/>
            <a:p>
              <a:pPr marL="0" marR="0" lvl="0" indent="0" algn="ctr" rtl="0">
                <a:lnSpc>
                  <a:spcPct val="100000"/>
                </a:lnSpc>
                <a:spcBef>
                  <a:spcPts val="0"/>
                </a:spcBef>
                <a:spcAft>
                  <a:spcPts val="0"/>
                </a:spcAft>
                <a:buNone/>
              </a:pPr>
              <a:r>
                <a:rPr lang="en-US" sz="31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Type of Equilibrium</a:t>
              </a:r>
              <a:endParaRPr sz="3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553" name="Google Shape;553;p41"/>
            <p:cNvSpPr/>
            <p:nvPr/>
          </p:nvSpPr>
          <p:spPr>
            <a:xfrm>
              <a:off x="608049" y="2276066"/>
              <a:ext cx="2251950" cy="1429988"/>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4" name="Google Shape;554;p41"/>
            <p:cNvSpPr txBox="1"/>
            <p:nvPr/>
          </p:nvSpPr>
          <p:spPr>
            <a:xfrm>
              <a:off x="608049" y="2276066"/>
              <a:ext cx="2251950" cy="142998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5" name="Google Shape;555;p41"/>
            <p:cNvSpPr/>
            <p:nvPr/>
          </p:nvSpPr>
          <p:spPr>
            <a:xfrm>
              <a:off x="858266" y="2513771"/>
              <a:ext cx="2251950" cy="1429988"/>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6" name="Google Shape;556;p41"/>
            <p:cNvSpPr txBox="1"/>
            <p:nvPr/>
          </p:nvSpPr>
          <p:spPr>
            <a:xfrm>
              <a:off x="858266" y="2513771"/>
              <a:ext cx="2251950" cy="1429988"/>
            </a:xfrm>
            <a:prstGeom prst="rect">
              <a:avLst/>
            </a:prstGeom>
            <a:noFill/>
            <a:ln>
              <a:noFill/>
            </a:ln>
          </p:spPr>
          <p:txBody>
            <a:bodyPr spcFirstLastPara="1" wrap="square" lIns="118100" tIns="118100" rIns="118100" bIns="118100" anchor="ctr" anchorCtr="0">
              <a:noAutofit/>
            </a:bodyPr>
            <a:lstStyle/>
            <a:p>
              <a:pPr marL="0" marR="0" lvl="0" indent="0" algn="ctr" rtl="0">
                <a:lnSpc>
                  <a:spcPct val="100000"/>
                </a:lnSpc>
                <a:spcBef>
                  <a:spcPts val="0"/>
                </a:spcBef>
                <a:spcAft>
                  <a:spcPts val="0"/>
                </a:spcAft>
                <a:buNone/>
              </a:pPr>
              <a:r>
                <a:rPr lang="en-US" sz="31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1.Static equilibrium</a:t>
              </a:r>
              <a:endParaRPr sz="3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557" name="Google Shape;557;p41"/>
            <p:cNvSpPr/>
            <p:nvPr/>
          </p:nvSpPr>
          <p:spPr>
            <a:xfrm>
              <a:off x="0" y="4361621"/>
              <a:ext cx="3468048" cy="1429988"/>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8" name="Google Shape;558;p41"/>
            <p:cNvSpPr txBox="1"/>
            <p:nvPr/>
          </p:nvSpPr>
          <p:spPr>
            <a:xfrm>
              <a:off x="0" y="4361621"/>
              <a:ext cx="3468048" cy="142998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9" name="Google Shape;559;p41"/>
            <p:cNvSpPr/>
            <p:nvPr/>
          </p:nvSpPr>
          <p:spPr>
            <a:xfrm>
              <a:off x="250217" y="4599327"/>
              <a:ext cx="3468048" cy="1429988"/>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0" name="Google Shape;560;p41"/>
            <p:cNvSpPr txBox="1"/>
            <p:nvPr/>
          </p:nvSpPr>
          <p:spPr>
            <a:xfrm>
              <a:off x="250217" y="4599327"/>
              <a:ext cx="3468048" cy="1429988"/>
            </a:xfrm>
            <a:prstGeom prst="rect">
              <a:avLst/>
            </a:prstGeom>
            <a:noFill/>
            <a:ln>
              <a:noFill/>
            </a:ln>
          </p:spPr>
          <p:txBody>
            <a:bodyPr spcFirstLastPara="1" wrap="square" lIns="118100" tIns="118100" rIns="118100" bIns="118100" anchor="ctr" anchorCtr="0">
              <a:noAutofit/>
            </a:bodyPr>
            <a:lstStyle/>
            <a:p>
              <a:pPr marL="0" marR="0" lvl="0" indent="0" algn="ctr" rtl="0">
                <a:lnSpc>
                  <a:spcPct val="100000"/>
                </a:lnSpc>
                <a:spcBef>
                  <a:spcPts val="0"/>
                </a:spcBef>
                <a:spcAft>
                  <a:spcPts val="0"/>
                </a:spcAft>
                <a:buNone/>
              </a:pPr>
              <a:r>
                <a:rPr lang="en-US" sz="31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Bodies are at rest</a:t>
              </a:r>
              <a:endParaRPr sz="3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561" name="Google Shape;561;p41"/>
            <p:cNvSpPr/>
            <p:nvPr/>
          </p:nvSpPr>
          <p:spPr>
            <a:xfrm>
              <a:off x="4847957" y="2276066"/>
              <a:ext cx="2251950" cy="1429988"/>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2" name="Google Shape;562;p41"/>
            <p:cNvSpPr txBox="1"/>
            <p:nvPr/>
          </p:nvSpPr>
          <p:spPr>
            <a:xfrm>
              <a:off x="4847957" y="2276066"/>
              <a:ext cx="2251950" cy="142998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3" name="Google Shape;563;p41"/>
            <p:cNvSpPr/>
            <p:nvPr/>
          </p:nvSpPr>
          <p:spPr>
            <a:xfrm>
              <a:off x="5098174" y="2513771"/>
              <a:ext cx="2251950" cy="1429988"/>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4" name="Google Shape;564;p41"/>
            <p:cNvSpPr txBox="1"/>
            <p:nvPr/>
          </p:nvSpPr>
          <p:spPr>
            <a:xfrm>
              <a:off x="5098174" y="2513771"/>
              <a:ext cx="2251950" cy="1429988"/>
            </a:xfrm>
            <a:prstGeom prst="rect">
              <a:avLst/>
            </a:prstGeom>
            <a:noFill/>
            <a:ln>
              <a:noFill/>
            </a:ln>
          </p:spPr>
          <p:txBody>
            <a:bodyPr spcFirstLastPara="1" wrap="square" lIns="118100" tIns="118100" rIns="118100" bIns="118100" anchor="ctr" anchorCtr="0">
              <a:noAutofit/>
            </a:bodyPr>
            <a:lstStyle/>
            <a:p>
              <a:pPr marL="0" marR="0" lvl="0" indent="0" algn="ctr" rtl="0">
                <a:lnSpc>
                  <a:spcPct val="100000"/>
                </a:lnSpc>
                <a:spcBef>
                  <a:spcPts val="0"/>
                </a:spcBef>
                <a:spcAft>
                  <a:spcPts val="0"/>
                </a:spcAft>
                <a:buNone/>
              </a:pPr>
              <a:r>
                <a:rPr lang="en-US" sz="31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2.Dynamic  Equilibrium</a:t>
              </a:r>
              <a:endParaRPr sz="3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565" name="Google Shape;565;p41"/>
            <p:cNvSpPr/>
            <p:nvPr/>
          </p:nvSpPr>
          <p:spPr>
            <a:xfrm>
              <a:off x="3968481" y="4361621"/>
              <a:ext cx="4010903" cy="1429988"/>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6" name="Google Shape;566;p41"/>
            <p:cNvSpPr txBox="1"/>
            <p:nvPr/>
          </p:nvSpPr>
          <p:spPr>
            <a:xfrm>
              <a:off x="3968481" y="4361621"/>
              <a:ext cx="4010903" cy="142998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7" name="Google Shape;567;p41"/>
            <p:cNvSpPr/>
            <p:nvPr/>
          </p:nvSpPr>
          <p:spPr>
            <a:xfrm>
              <a:off x="4218697" y="4599327"/>
              <a:ext cx="4010903" cy="1429988"/>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8" name="Google Shape;568;p41"/>
            <p:cNvSpPr txBox="1"/>
            <p:nvPr/>
          </p:nvSpPr>
          <p:spPr>
            <a:xfrm>
              <a:off x="4218697" y="4599327"/>
              <a:ext cx="4010903" cy="1429988"/>
            </a:xfrm>
            <a:prstGeom prst="rect">
              <a:avLst/>
            </a:prstGeom>
            <a:noFill/>
            <a:ln>
              <a:noFill/>
            </a:ln>
          </p:spPr>
          <p:txBody>
            <a:bodyPr spcFirstLastPara="1" wrap="square" lIns="118100" tIns="118100" rIns="118100" bIns="118100" anchor="ctr" anchorCtr="0">
              <a:noAutofit/>
            </a:bodyPr>
            <a:lstStyle/>
            <a:p>
              <a:pPr marL="0" marR="0" lvl="0" indent="0" algn="ctr" rtl="0">
                <a:lnSpc>
                  <a:spcPct val="100000"/>
                </a:lnSpc>
                <a:spcBef>
                  <a:spcPts val="0"/>
                </a:spcBef>
                <a:spcAft>
                  <a:spcPts val="0"/>
                </a:spcAft>
                <a:buNone/>
              </a:pPr>
              <a:r>
                <a:rPr lang="en-US" sz="31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Bodies move with constant velocity</a:t>
              </a:r>
              <a:endParaRPr sz="3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569" name="Google Shape;569;p4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570" name="Google Shape;570;p4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571" name="Google Shape;571;p4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575" name="Shape 575"/>
        <p:cNvGrpSpPr/>
        <p:nvPr/>
      </p:nvGrpSpPr>
      <p:grpSpPr>
        <a:xfrm>
          <a:off x="0" y="0"/>
          <a:ext cx="0" cy="0"/>
          <a:chOff x="0" y="0"/>
          <a:chExt cx="0" cy="0"/>
        </a:xfrm>
      </p:grpSpPr>
      <p:sp>
        <p:nvSpPr>
          <p:cNvPr id="576" name="Google Shape;576;p42"/>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just" rtl="0">
              <a:spcBef>
                <a:spcPts val="0"/>
              </a:spcBef>
              <a:spcAft>
                <a:spcPts val="0"/>
              </a:spcAft>
              <a:buClr>
                <a:schemeClr val="dk1"/>
              </a:buClr>
              <a:buSzPts val="44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Importance of equilibrium</a:t>
            </a:r>
            <a:endParaRPr b="1">
              <a:latin typeface="Times New Roman" panose="02020603050405020304"/>
              <a:ea typeface="Times New Roman" panose="02020603050405020304"/>
              <a:cs typeface="Times New Roman" panose="02020603050405020304"/>
              <a:sym typeface="Times New Roman" panose="02020603050405020304"/>
            </a:endParaRPr>
          </a:p>
        </p:txBody>
      </p:sp>
      <p:sp>
        <p:nvSpPr>
          <p:cNvPr id="577" name="Google Shape;577;p42"/>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514350" lvl="0" indent="-514350" algn="just" rtl="0">
              <a:spcBef>
                <a:spcPts val="0"/>
              </a:spcBef>
              <a:spcAft>
                <a:spcPts val="0"/>
              </a:spcAft>
              <a:buClr>
                <a:schemeClr val="dk1"/>
              </a:buClr>
              <a:buSzPts val="3200"/>
              <a:buFont typeface="Calibri" panose="020F0502020204030204"/>
              <a:buAutoNum type="arabicPeriod"/>
            </a:pPr>
            <a:r>
              <a:rPr lang="en-US">
                <a:latin typeface="Times New Roman" panose="02020603050405020304"/>
                <a:ea typeface="Times New Roman" panose="02020603050405020304"/>
                <a:cs typeface="Times New Roman" panose="02020603050405020304"/>
                <a:sym typeface="Times New Roman" panose="02020603050405020304"/>
              </a:rPr>
              <a:t>To determine the internal forces and stresses which are induced due to the effect of applied load by considering the rigid body is in equilibrium condition.</a:t>
            </a:r>
            <a:endParaRPr>
              <a:latin typeface="Times New Roman" panose="02020603050405020304"/>
              <a:ea typeface="Times New Roman" panose="02020603050405020304"/>
              <a:cs typeface="Times New Roman" panose="02020603050405020304"/>
              <a:sym typeface="Times New Roman" panose="02020603050405020304"/>
            </a:endParaRPr>
          </a:p>
          <a:p>
            <a:pPr marL="514350" lvl="0" indent="-514350" algn="just" rtl="0">
              <a:spcBef>
                <a:spcPts val="640"/>
              </a:spcBef>
              <a:spcAft>
                <a:spcPts val="0"/>
              </a:spcAft>
              <a:buClr>
                <a:schemeClr val="dk1"/>
              </a:buClr>
              <a:buSzPts val="3200"/>
              <a:buFont typeface="Calibri" panose="020F0502020204030204"/>
              <a:buAutoNum type="arabicPeriod"/>
            </a:pPr>
            <a:r>
              <a:rPr lang="en-US">
                <a:latin typeface="Times New Roman" panose="02020603050405020304"/>
                <a:ea typeface="Times New Roman" panose="02020603050405020304"/>
                <a:cs typeface="Times New Roman" panose="02020603050405020304"/>
                <a:sym typeface="Times New Roman" panose="02020603050405020304"/>
              </a:rPr>
              <a:t>To check the stability of the structure.</a:t>
            </a:r>
            <a:endParaRPr>
              <a:latin typeface="Times New Roman" panose="02020603050405020304"/>
              <a:ea typeface="Times New Roman" panose="02020603050405020304"/>
              <a:cs typeface="Times New Roman" panose="02020603050405020304"/>
              <a:sym typeface="Times New Roman" panose="02020603050405020304"/>
            </a:endParaRPr>
          </a:p>
          <a:p>
            <a:pPr marL="514350" lvl="0" indent="-514350" algn="just" rtl="0">
              <a:spcBef>
                <a:spcPts val="640"/>
              </a:spcBef>
              <a:spcAft>
                <a:spcPts val="0"/>
              </a:spcAft>
              <a:buClr>
                <a:schemeClr val="dk1"/>
              </a:buClr>
              <a:buSzPts val="3200"/>
              <a:buFont typeface="Calibri" panose="020F0502020204030204"/>
              <a:buAutoNum type="arabicPeriod"/>
            </a:pPr>
            <a:r>
              <a:rPr lang="en-US">
                <a:latin typeface="Times New Roman" panose="02020603050405020304"/>
                <a:ea typeface="Times New Roman" panose="02020603050405020304"/>
                <a:cs typeface="Times New Roman" panose="02020603050405020304"/>
                <a:sym typeface="Times New Roman" panose="02020603050405020304"/>
              </a:rPr>
              <a:t>To determine the unknown parameter(reaction forces, moment)applied on the structure or body when given system is in equilibrium.</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578" name="Google Shape;578;p4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579" name="Google Shape;579;p4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580" name="Google Shape;580;p4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584" name="Shape 584"/>
        <p:cNvGrpSpPr/>
        <p:nvPr/>
      </p:nvGrpSpPr>
      <p:grpSpPr>
        <a:xfrm>
          <a:off x="0" y="0"/>
          <a:ext cx="0" cy="0"/>
          <a:chOff x="0" y="0"/>
          <a:chExt cx="0" cy="0"/>
        </a:xfrm>
      </p:grpSpPr>
      <p:sp>
        <p:nvSpPr>
          <p:cNvPr id="585" name="Google Shape;585;p43"/>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panose="02020603050405020304"/>
              <a:buNone/>
            </a:pPr>
            <a:r>
              <a:rPr lang="en-US" b="1" u="sng">
                <a:latin typeface="Times New Roman" panose="02020603050405020304"/>
                <a:ea typeface="Times New Roman" panose="02020603050405020304"/>
                <a:cs typeface="Times New Roman" panose="02020603050405020304"/>
                <a:sym typeface="Times New Roman" panose="02020603050405020304"/>
              </a:rPr>
              <a:t>Principle of equilibrium </a:t>
            </a:r>
            <a:endParaRPr b="1" u="sng">
              <a:latin typeface="Times New Roman" panose="02020603050405020304"/>
              <a:ea typeface="Times New Roman" panose="02020603050405020304"/>
              <a:cs typeface="Times New Roman" panose="02020603050405020304"/>
              <a:sym typeface="Times New Roman" panose="02020603050405020304"/>
            </a:endParaRPr>
          </a:p>
        </p:txBody>
      </p:sp>
      <p:sp>
        <p:nvSpPr>
          <p:cNvPr id="586" name="Google Shape;586;p43"/>
          <p:cNvSpPr txBox="1"/>
          <p:nvPr>
            <p:ph type="body" idx="1"/>
          </p:nvPr>
        </p:nvSpPr>
        <p:spPr>
          <a:xfrm>
            <a:off x="457200" y="1219200"/>
            <a:ext cx="8229600" cy="4906963"/>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just" rtl="0">
              <a:spcBef>
                <a:spcPts val="0"/>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The following are three important principles of equilibrium of coplanar, concurrent forces.</a:t>
            </a:r>
            <a:endParaRPr>
              <a:latin typeface="Times New Roman" panose="02020603050405020304"/>
              <a:ea typeface="Times New Roman" panose="02020603050405020304"/>
              <a:cs typeface="Times New Roman" panose="02020603050405020304"/>
              <a:sym typeface="Times New Roman" panose="02020603050405020304"/>
            </a:endParaRPr>
          </a:p>
          <a:p>
            <a:pPr marL="514350" lvl="0" indent="-514350" algn="just" rtl="0">
              <a:spcBef>
                <a:spcPts val="545"/>
              </a:spcBef>
              <a:spcAft>
                <a:spcPts val="0"/>
              </a:spcAft>
              <a:buClr>
                <a:schemeClr val="dk1"/>
              </a:buClr>
              <a:buSzPct val="100000"/>
              <a:buFont typeface="Calibri" panose="020F0502020204030204"/>
              <a:buAutoNum type="arabicPeriod"/>
            </a:pPr>
            <a:r>
              <a:rPr lang="en-US">
                <a:latin typeface="Times New Roman" panose="02020603050405020304"/>
                <a:ea typeface="Times New Roman" panose="02020603050405020304"/>
                <a:cs typeface="Times New Roman" panose="02020603050405020304"/>
                <a:sym typeface="Times New Roman" panose="02020603050405020304"/>
              </a:rPr>
              <a:t>Two force principle : If body in equilibrium is acted upon by two forces, then they must be equal, opposite and collinear.</a:t>
            </a:r>
            <a:endParaRPr>
              <a:latin typeface="Times New Roman" panose="02020603050405020304"/>
              <a:ea typeface="Times New Roman" panose="02020603050405020304"/>
              <a:cs typeface="Times New Roman" panose="02020603050405020304"/>
              <a:sym typeface="Times New Roman" panose="02020603050405020304"/>
            </a:endParaRPr>
          </a:p>
          <a:p>
            <a:pPr marL="514350" lvl="0" indent="-514350" algn="just" rtl="0">
              <a:spcBef>
                <a:spcPts val="545"/>
              </a:spcBef>
              <a:spcAft>
                <a:spcPts val="0"/>
              </a:spcAft>
              <a:buClr>
                <a:schemeClr val="dk1"/>
              </a:buClr>
              <a:buSzPct val="100000"/>
              <a:buFont typeface="Calibri" panose="020F0502020204030204"/>
              <a:buAutoNum type="arabicPeriod"/>
            </a:pPr>
            <a:r>
              <a:rPr lang="en-US">
                <a:latin typeface="Times New Roman" panose="02020603050405020304"/>
                <a:ea typeface="Times New Roman" panose="02020603050405020304"/>
                <a:cs typeface="Times New Roman" panose="02020603050405020304"/>
                <a:sym typeface="Times New Roman" panose="02020603050405020304"/>
              </a:rPr>
              <a:t>Three force principle: If a body in equilibrium is acted upon by three forces, then the resultant of any two forces must be equal and opposite and collinear with the third force.</a:t>
            </a:r>
            <a:endParaRPr>
              <a:latin typeface="Times New Roman" panose="02020603050405020304"/>
              <a:ea typeface="Times New Roman" panose="02020603050405020304"/>
              <a:cs typeface="Times New Roman" panose="02020603050405020304"/>
              <a:sym typeface="Times New Roman" panose="02020603050405020304"/>
            </a:endParaRPr>
          </a:p>
          <a:p>
            <a:pPr marL="514350" lvl="0" indent="-514350" algn="just" rtl="0">
              <a:spcBef>
                <a:spcPts val="545"/>
              </a:spcBef>
              <a:spcAft>
                <a:spcPts val="0"/>
              </a:spcAft>
              <a:buClr>
                <a:schemeClr val="dk1"/>
              </a:buClr>
              <a:buSzPct val="100000"/>
              <a:buFont typeface="Calibri" panose="020F0502020204030204"/>
              <a:buAutoNum type="arabicPeriod"/>
            </a:pPr>
            <a:r>
              <a:rPr lang="en-US">
                <a:latin typeface="Times New Roman" panose="02020603050405020304"/>
                <a:ea typeface="Times New Roman" panose="02020603050405020304"/>
                <a:cs typeface="Times New Roman" panose="02020603050405020304"/>
                <a:sym typeface="Times New Roman" panose="02020603050405020304"/>
              </a:rPr>
              <a:t>Four force principle: : If a body in equilibrium is acted upon by four forces, then the resultant of any two forces must be equal, opposite and collinear with the resultant of other two force.</a:t>
            </a:r>
            <a:endParaRPr>
              <a:latin typeface="Times New Roman" panose="02020603050405020304"/>
              <a:ea typeface="Times New Roman" panose="02020603050405020304"/>
              <a:cs typeface="Times New Roman" panose="02020603050405020304"/>
              <a:sym typeface="Times New Roman" panose="02020603050405020304"/>
            </a:endParaRPr>
          </a:p>
          <a:p>
            <a:pPr marL="514350" lvl="0" indent="-341630" algn="just" rtl="0">
              <a:spcBef>
                <a:spcPts val="545"/>
              </a:spcBef>
              <a:spcAft>
                <a:spcPts val="0"/>
              </a:spcAft>
              <a:buClr>
                <a:schemeClr val="dk1"/>
              </a:buClr>
              <a:buSzPct val="100000"/>
              <a:buFont typeface="Calibri" panose="020F0502020204030204"/>
              <a:buNone/>
            </a:pPr>
            <a:endParaRPr>
              <a:latin typeface="Times New Roman" panose="02020603050405020304"/>
              <a:ea typeface="Times New Roman" panose="02020603050405020304"/>
              <a:cs typeface="Times New Roman" panose="02020603050405020304"/>
              <a:sym typeface="Times New Roman" panose="02020603050405020304"/>
            </a:endParaRPr>
          </a:p>
          <a:p>
            <a:pPr marL="400050" lvl="1" indent="0" algn="just" rtl="0">
              <a:spcBef>
                <a:spcPts val="475"/>
              </a:spcBef>
              <a:spcAft>
                <a:spcPts val="0"/>
              </a:spcAft>
              <a:buClr>
                <a:schemeClr val="dk1"/>
              </a:buClr>
              <a:buSzPct val="100000"/>
              <a:buNone/>
            </a:pPr>
            <a:endParaRPr>
              <a:latin typeface="Times New Roman" panose="02020603050405020304"/>
              <a:ea typeface="Times New Roman" panose="02020603050405020304"/>
              <a:cs typeface="Times New Roman" panose="02020603050405020304"/>
              <a:sym typeface="Times New Roman" panose="02020603050405020304"/>
            </a:endParaRPr>
          </a:p>
          <a:p>
            <a:pPr marL="914400" lvl="1" indent="-363220" algn="just" rtl="0">
              <a:spcBef>
                <a:spcPts val="475"/>
              </a:spcBef>
              <a:spcAft>
                <a:spcPts val="0"/>
              </a:spcAft>
              <a:buClr>
                <a:schemeClr val="dk1"/>
              </a:buClr>
              <a:buSzPct val="100000"/>
              <a:buFont typeface="Calibri" panose="020F0502020204030204"/>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587" name="Google Shape;587;p4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588" name="Google Shape;588;p4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589" name="Google Shape;589;p4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593" name="Shape 593"/>
        <p:cNvGrpSpPr/>
        <p:nvPr/>
      </p:nvGrpSpPr>
      <p:grpSpPr>
        <a:xfrm>
          <a:off x="0" y="0"/>
          <a:ext cx="0" cy="0"/>
          <a:chOff x="0" y="0"/>
          <a:chExt cx="0" cy="0"/>
        </a:xfrm>
      </p:grpSpPr>
      <p:sp>
        <p:nvSpPr>
          <p:cNvPr id="594" name="Google Shape;594;p4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Equation of equilibrium in two dimension</a:t>
            </a:r>
            <a:endParaRPr b="1">
              <a:latin typeface="Times New Roman" panose="02020603050405020304"/>
              <a:ea typeface="Times New Roman" panose="02020603050405020304"/>
              <a:cs typeface="Times New Roman" panose="02020603050405020304"/>
              <a:sym typeface="Times New Roman" panose="02020603050405020304"/>
            </a:endParaRPr>
          </a:p>
        </p:txBody>
      </p:sp>
      <p:pic>
        <p:nvPicPr>
          <p:cNvPr id="595" name="Google Shape;595;p44"/>
          <p:cNvPicPr preferRelativeResize="0"/>
          <p:nvPr>
            <p:ph type="body" idx="1"/>
          </p:nvPr>
        </p:nvPicPr>
        <p:blipFill rotWithShape="1">
          <a:blip r:embed="rId1"/>
          <a:srcRect/>
          <a:stretch>
            <a:fillRect/>
          </a:stretch>
        </p:blipFill>
        <p:spPr>
          <a:xfrm>
            <a:off x="202888" y="1752600"/>
            <a:ext cx="8483912" cy="3962400"/>
          </a:xfrm>
          <a:prstGeom prst="rect">
            <a:avLst/>
          </a:prstGeom>
          <a:noFill/>
          <a:ln>
            <a:noFill/>
          </a:ln>
        </p:spPr>
      </p:pic>
      <p:sp>
        <p:nvSpPr>
          <p:cNvPr id="596" name="Google Shape;596;p4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597" name="Google Shape;597;p4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598" name="Google Shape;598;p4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602" name="Shape 602"/>
        <p:cNvGrpSpPr/>
        <p:nvPr/>
      </p:nvGrpSpPr>
      <p:grpSpPr>
        <a:xfrm>
          <a:off x="0" y="0"/>
          <a:ext cx="0" cy="0"/>
          <a:chOff x="0" y="0"/>
          <a:chExt cx="0" cy="0"/>
        </a:xfrm>
      </p:grpSpPr>
      <p:sp>
        <p:nvSpPr>
          <p:cNvPr id="603" name="Google Shape;603;p45"/>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p>
        </p:txBody>
      </p:sp>
      <p:pic>
        <p:nvPicPr>
          <p:cNvPr id="604" name="Google Shape;604;p45"/>
          <p:cNvPicPr preferRelativeResize="0"/>
          <p:nvPr>
            <p:ph type="body" idx="1"/>
          </p:nvPr>
        </p:nvPicPr>
        <p:blipFill rotWithShape="1">
          <a:blip r:embed="rId1"/>
          <a:srcRect/>
          <a:stretch>
            <a:fillRect/>
          </a:stretch>
        </p:blipFill>
        <p:spPr>
          <a:xfrm>
            <a:off x="609600" y="1417638"/>
            <a:ext cx="8203854" cy="4602162"/>
          </a:xfrm>
          <a:prstGeom prst="rect">
            <a:avLst/>
          </a:prstGeom>
          <a:noFill/>
          <a:ln>
            <a:noFill/>
          </a:ln>
        </p:spPr>
      </p:pic>
      <p:sp>
        <p:nvSpPr>
          <p:cNvPr id="605" name="Google Shape;605;p4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606" name="Google Shape;606;p4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607" name="Google Shape;607;p4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611" name="Shape 611"/>
        <p:cNvGrpSpPr/>
        <p:nvPr/>
      </p:nvGrpSpPr>
      <p:grpSpPr>
        <a:xfrm>
          <a:off x="0" y="0"/>
          <a:ext cx="0" cy="0"/>
          <a:chOff x="0" y="0"/>
          <a:chExt cx="0" cy="0"/>
        </a:xfrm>
      </p:grpSpPr>
      <p:sp>
        <p:nvSpPr>
          <p:cNvPr id="612" name="Google Shape;612;p4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p>
        </p:txBody>
      </p:sp>
      <p:pic>
        <p:nvPicPr>
          <p:cNvPr id="613" name="Google Shape;613;p46"/>
          <p:cNvPicPr preferRelativeResize="0"/>
          <p:nvPr>
            <p:ph type="body" idx="1"/>
          </p:nvPr>
        </p:nvPicPr>
        <p:blipFill rotWithShape="1">
          <a:blip r:embed="rId1"/>
          <a:srcRect/>
          <a:stretch>
            <a:fillRect/>
          </a:stretch>
        </p:blipFill>
        <p:spPr>
          <a:xfrm>
            <a:off x="255143" y="1828800"/>
            <a:ext cx="8431657" cy="3973540"/>
          </a:xfrm>
          <a:prstGeom prst="rect">
            <a:avLst/>
          </a:prstGeom>
          <a:noFill/>
          <a:ln>
            <a:noFill/>
          </a:ln>
        </p:spPr>
      </p:pic>
      <p:sp>
        <p:nvSpPr>
          <p:cNvPr id="614" name="Google Shape;614;p4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615" name="Google Shape;615;p4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616" name="Google Shape;616;p4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620" name="Shape 620"/>
        <p:cNvGrpSpPr/>
        <p:nvPr/>
      </p:nvGrpSpPr>
      <p:grpSpPr>
        <a:xfrm>
          <a:off x="0" y="0"/>
          <a:ext cx="0" cy="0"/>
          <a:chOff x="0" y="0"/>
          <a:chExt cx="0" cy="0"/>
        </a:xfrm>
      </p:grpSpPr>
      <p:sp>
        <p:nvSpPr>
          <p:cNvPr id="621" name="Google Shape;621;p4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Equilibrium in two dimensions(3D)</a:t>
            </a:r>
            <a:endParaRPr b="1">
              <a:latin typeface="Times New Roman" panose="02020603050405020304"/>
              <a:ea typeface="Times New Roman" panose="02020603050405020304"/>
              <a:cs typeface="Times New Roman" panose="02020603050405020304"/>
              <a:sym typeface="Times New Roman" panose="02020603050405020304"/>
            </a:endParaRPr>
          </a:p>
        </p:txBody>
      </p:sp>
      <p:sp>
        <p:nvSpPr>
          <p:cNvPr id="622" name="Google Shape;622;p47"/>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latin typeface="Times New Roman" panose="02020603050405020304"/>
                <a:ea typeface="Times New Roman" panose="02020603050405020304"/>
                <a:cs typeface="Times New Roman" panose="02020603050405020304"/>
                <a:sym typeface="Times New Roman" panose="02020603050405020304"/>
              </a:rPr>
              <a:t>When a rigid body is in equilibrium ,both the resultant force and the resultant couple must be zero.</a:t>
            </a: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spcBef>
                <a:spcPts val="640"/>
              </a:spcBef>
              <a:spcAft>
                <a:spcPts val="0"/>
              </a:spcAft>
              <a:buClr>
                <a:schemeClr val="dk1"/>
              </a:buClr>
              <a:buSzPts val="3200"/>
              <a:buNone/>
            </a:pP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spcBef>
                <a:spcPts val="640"/>
              </a:spcBef>
              <a:spcAft>
                <a:spcPts val="0"/>
              </a:spcAft>
              <a:buClr>
                <a:schemeClr val="dk1"/>
              </a:buClr>
              <a:buSzPts val="3200"/>
              <a:buNone/>
            </a:pPr>
            <a:endParaRPr>
              <a:latin typeface="Times New Roman" panose="02020603050405020304"/>
              <a:ea typeface="Times New Roman" panose="02020603050405020304"/>
              <a:cs typeface="Times New Roman" panose="02020603050405020304"/>
              <a:sym typeface="Times New Roman" panose="02020603050405020304"/>
            </a:endParaRPr>
          </a:p>
        </p:txBody>
      </p:sp>
      <p:pic>
        <p:nvPicPr>
          <p:cNvPr id="623" name="Google Shape;623;p47"/>
          <p:cNvPicPr preferRelativeResize="0"/>
          <p:nvPr/>
        </p:nvPicPr>
        <p:blipFill rotWithShape="1">
          <a:blip r:embed="rId1"/>
          <a:srcRect/>
          <a:stretch>
            <a:fillRect/>
          </a:stretch>
        </p:blipFill>
        <p:spPr>
          <a:xfrm>
            <a:off x="1066800" y="3200400"/>
            <a:ext cx="5334000" cy="3393094"/>
          </a:xfrm>
          <a:prstGeom prst="rect">
            <a:avLst/>
          </a:prstGeom>
          <a:noFill/>
          <a:ln>
            <a:noFill/>
          </a:ln>
        </p:spPr>
      </p:pic>
      <p:sp>
        <p:nvSpPr>
          <p:cNvPr id="624" name="Google Shape;624;p4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625" name="Google Shape;625;p4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626" name="Google Shape;626;p4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630" name="Shape 630"/>
        <p:cNvGrpSpPr/>
        <p:nvPr/>
      </p:nvGrpSpPr>
      <p:grpSpPr>
        <a:xfrm>
          <a:off x="0" y="0"/>
          <a:ext cx="0" cy="0"/>
          <a:chOff x="0" y="0"/>
          <a:chExt cx="0" cy="0"/>
        </a:xfrm>
      </p:grpSpPr>
      <p:sp>
        <p:nvSpPr>
          <p:cNvPr id="631" name="Google Shape;631;p48"/>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p>
        </p:txBody>
      </p:sp>
      <p:pic>
        <p:nvPicPr>
          <p:cNvPr id="632" name="Google Shape;632;p48"/>
          <p:cNvPicPr preferRelativeResize="0"/>
          <p:nvPr/>
        </p:nvPicPr>
        <p:blipFill rotWithShape="1">
          <a:blip r:embed="rId1"/>
          <a:srcRect/>
          <a:stretch>
            <a:fillRect/>
          </a:stretch>
        </p:blipFill>
        <p:spPr>
          <a:xfrm>
            <a:off x="457200" y="1560368"/>
            <a:ext cx="8586507" cy="3392632"/>
          </a:xfrm>
          <a:prstGeom prst="rect">
            <a:avLst/>
          </a:prstGeom>
          <a:noFill/>
          <a:ln>
            <a:noFill/>
          </a:ln>
        </p:spPr>
      </p:pic>
      <p:pic>
        <p:nvPicPr>
          <p:cNvPr id="633" name="Google Shape;633;p48"/>
          <p:cNvPicPr preferRelativeResize="0"/>
          <p:nvPr/>
        </p:nvPicPr>
        <p:blipFill rotWithShape="1">
          <a:blip r:embed="rId2"/>
          <a:srcRect/>
          <a:stretch>
            <a:fillRect/>
          </a:stretch>
        </p:blipFill>
        <p:spPr>
          <a:xfrm>
            <a:off x="239713" y="317355"/>
            <a:ext cx="8662987" cy="1243013"/>
          </a:xfrm>
          <a:prstGeom prst="rect">
            <a:avLst/>
          </a:prstGeom>
          <a:noFill/>
          <a:ln>
            <a:noFill/>
          </a:ln>
        </p:spPr>
      </p:pic>
      <p:pic>
        <p:nvPicPr>
          <p:cNvPr id="634" name="Google Shape;634;p48"/>
          <p:cNvPicPr preferRelativeResize="0"/>
          <p:nvPr/>
        </p:nvPicPr>
        <p:blipFill rotWithShape="1">
          <a:blip r:embed="rId3"/>
          <a:srcRect/>
          <a:stretch>
            <a:fillRect/>
          </a:stretch>
        </p:blipFill>
        <p:spPr>
          <a:xfrm>
            <a:off x="1295400" y="4953000"/>
            <a:ext cx="7791450" cy="1524000"/>
          </a:xfrm>
          <a:prstGeom prst="rect">
            <a:avLst/>
          </a:prstGeom>
          <a:noFill/>
          <a:ln>
            <a:noFill/>
          </a:ln>
        </p:spPr>
      </p:pic>
      <p:sp>
        <p:nvSpPr>
          <p:cNvPr id="635" name="Google Shape;635;p4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636" name="Google Shape;636;p4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637" name="Google Shape;637;p4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641" name="Shape 641"/>
        <p:cNvGrpSpPr/>
        <p:nvPr/>
      </p:nvGrpSpPr>
      <p:grpSpPr>
        <a:xfrm>
          <a:off x="0" y="0"/>
          <a:ext cx="0" cy="0"/>
          <a:chOff x="0" y="0"/>
          <a:chExt cx="0" cy="0"/>
        </a:xfrm>
      </p:grpSpPr>
      <p:sp>
        <p:nvSpPr>
          <p:cNvPr id="642" name="Google Shape;642;p50"/>
          <p:cNvSpPr txBox="1"/>
          <p:nvPr>
            <p:ph type="title"/>
          </p:nvPr>
        </p:nvSpPr>
        <p:spPr>
          <a:xfrm>
            <a:off x="381000" y="34636"/>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Scalar and vector quantities</a:t>
            </a:r>
            <a:endParaRPr b="1">
              <a:latin typeface="Times New Roman" panose="02020603050405020304"/>
              <a:ea typeface="Times New Roman" panose="02020603050405020304"/>
              <a:cs typeface="Times New Roman" panose="02020603050405020304"/>
              <a:sym typeface="Times New Roman" panose="02020603050405020304"/>
            </a:endParaRPr>
          </a:p>
        </p:txBody>
      </p:sp>
      <p:sp>
        <p:nvSpPr>
          <p:cNvPr id="643" name="Google Shape;643;p50"/>
          <p:cNvSpPr txBox="1"/>
          <p:nvPr>
            <p:ph type="body" idx="1"/>
          </p:nvPr>
        </p:nvSpPr>
        <p:spPr>
          <a:xfrm>
            <a:off x="0" y="1295400"/>
            <a:ext cx="8991600" cy="53340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3200"/>
              <a:buChar char="•"/>
            </a:pPr>
            <a:r>
              <a:rPr lang="en-US">
                <a:latin typeface="Times New Roman" panose="02020603050405020304"/>
                <a:ea typeface="Times New Roman" panose="02020603050405020304"/>
                <a:cs typeface="Times New Roman" panose="02020603050405020304"/>
                <a:sym typeface="Times New Roman" panose="02020603050405020304"/>
              </a:rPr>
              <a:t>Scalar quantities have only magnitude but no direction. e.g. mass, length, density, work, pressure, heat, current etc. </a:t>
            </a: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just" rtl="0">
              <a:spcBef>
                <a:spcPts val="640"/>
              </a:spcBef>
              <a:spcAft>
                <a:spcPts val="0"/>
              </a:spcAft>
              <a:buClr>
                <a:schemeClr val="dk1"/>
              </a:buClr>
              <a:buSzPts val="3200"/>
              <a:buNone/>
            </a:pP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640"/>
              </a:spcBef>
              <a:spcAft>
                <a:spcPts val="0"/>
              </a:spcAft>
              <a:buClr>
                <a:schemeClr val="dk1"/>
              </a:buClr>
              <a:buSzPts val="3200"/>
              <a:buChar char="•"/>
            </a:pPr>
            <a:r>
              <a:rPr lang="en-US">
                <a:latin typeface="Times New Roman" panose="02020603050405020304"/>
                <a:ea typeface="Times New Roman" panose="02020603050405020304"/>
                <a:cs typeface="Times New Roman" panose="02020603050405020304"/>
                <a:sym typeface="Times New Roman" panose="02020603050405020304"/>
              </a:rPr>
              <a:t>Vector quantities have both magnitude as well as direction. E.g. velocity, acceleration, moment, impulse, force etc.</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644" name="Google Shape;644;p5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645" name="Google Shape;645;p5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646" name="Google Shape;646;p5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650" name="Shape 650"/>
        <p:cNvGrpSpPr/>
        <p:nvPr/>
      </p:nvGrpSpPr>
      <p:grpSpPr>
        <a:xfrm>
          <a:off x="0" y="0"/>
          <a:ext cx="0" cy="0"/>
          <a:chOff x="0" y="0"/>
          <a:chExt cx="0" cy="0"/>
        </a:xfrm>
      </p:grpSpPr>
      <p:sp>
        <p:nvSpPr>
          <p:cNvPr id="651" name="Google Shape;651;p5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p>
        </p:txBody>
      </p:sp>
      <p:pic>
        <p:nvPicPr>
          <p:cNvPr id="652" name="Google Shape;652;p51"/>
          <p:cNvPicPr preferRelativeResize="0"/>
          <p:nvPr>
            <p:ph type="body" idx="1"/>
          </p:nvPr>
        </p:nvPicPr>
        <p:blipFill rotWithShape="1">
          <a:blip r:embed="rId1"/>
          <a:srcRect/>
          <a:stretch>
            <a:fillRect/>
          </a:stretch>
        </p:blipFill>
        <p:spPr>
          <a:xfrm>
            <a:off x="0" y="0"/>
            <a:ext cx="9144000" cy="6553200"/>
          </a:xfrm>
          <a:prstGeom prst="rect">
            <a:avLst/>
          </a:prstGeom>
          <a:noFill/>
          <a:ln>
            <a:noFill/>
          </a:ln>
        </p:spPr>
      </p:pic>
      <p:sp>
        <p:nvSpPr>
          <p:cNvPr id="653" name="Google Shape;653;p5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654" name="Google Shape;654;p5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655" name="Google Shape;655;p5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659" name="Shape 659"/>
        <p:cNvGrpSpPr/>
        <p:nvPr/>
      </p:nvGrpSpPr>
      <p:grpSpPr>
        <a:xfrm>
          <a:off x="0" y="0"/>
          <a:ext cx="0" cy="0"/>
          <a:chOff x="0" y="0"/>
          <a:chExt cx="0" cy="0"/>
        </a:xfrm>
      </p:grpSpPr>
      <p:sp>
        <p:nvSpPr>
          <p:cNvPr id="660" name="Google Shape;660;p52"/>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p>
        </p:txBody>
      </p:sp>
      <p:pic>
        <p:nvPicPr>
          <p:cNvPr id="661" name="Google Shape;661;p52"/>
          <p:cNvPicPr preferRelativeResize="0"/>
          <p:nvPr>
            <p:ph type="body" idx="1"/>
          </p:nvPr>
        </p:nvPicPr>
        <p:blipFill rotWithShape="1">
          <a:blip r:embed="rId1"/>
          <a:srcRect/>
          <a:stretch>
            <a:fillRect/>
          </a:stretch>
        </p:blipFill>
        <p:spPr>
          <a:xfrm>
            <a:off x="76200" y="0"/>
            <a:ext cx="8991600" cy="6858000"/>
          </a:xfrm>
          <a:prstGeom prst="rect">
            <a:avLst/>
          </a:prstGeom>
          <a:noFill/>
          <a:ln>
            <a:noFill/>
          </a:ln>
        </p:spPr>
      </p:pic>
      <p:sp>
        <p:nvSpPr>
          <p:cNvPr id="662" name="Google Shape;662;p5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663" name="Google Shape;663;p5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664" name="Google Shape;664;p5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668" name="Shape 668"/>
        <p:cNvGrpSpPr/>
        <p:nvPr/>
      </p:nvGrpSpPr>
      <p:grpSpPr>
        <a:xfrm>
          <a:off x="0" y="0"/>
          <a:ext cx="0" cy="0"/>
          <a:chOff x="0" y="0"/>
          <a:chExt cx="0" cy="0"/>
        </a:xfrm>
      </p:grpSpPr>
      <p:sp>
        <p:nvSpPr>
          <p:cNvPr id="669" name="Google Shape;669;p53"/>
          <p:cNvSpPr txBox="1"/>
          <p:nvPr>
            <p:ph type="title"/>
          </p:nvPr>
        </p:nvSpPr>
        <p:spPr>
          <a:xfrm>
            <a:off x="304800" y="15240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6600"/>
              <a:buFont typeface="Times New Roman" panose="02020603050405020304"/>
              <a:buNone/>
            </a:pPr>
            <a:r>
              <a:rPr lang="en-US" sz="6600" b="1">
                <a:latin typeface="Times New Roman" panose="02020603050405020304"/>
                <a:ea typeface="Times New Roman" panose="02020603050405020304"/>
                <a:cs typeface="Times New Roman" panose="02020603050405020304"/>
                <a:sym typeface="Times New Roman" panose="02020603050405020304"/>
              </a:rPr>
              <a:t>Force</a:t>
            </a:r>
            <a:br>
              <a:rPr lang="en-US" sz="6600">
                <a:latin typeface="Times New Roman" panose="02020603050405020304"/>
                <a:ea typeface="Times New Roman" panose="02020603050405020304"/>
                <a:cs typeface="Times New Roman" panose="02020603050405020304"/>
                <a:sym typeface="Times New Roman" panose="02020603050405020304"/>
              </a:rPr>
            </a:br>
            <a:endParaRPr sz="6600">
              <a:latin typeface="Times New Roman" panose="02020603050405020304"/>
              <a:ea typeface="Times New Roman" panose="02020603050405020304"/>
              <a:cs typeface="Times New Roman" panose="02020603050405020304"/>
              <a:sym typeface="Times New Roman" panose="02020603050405020304"/>
            </a:endParaRPr>
          </a:p>
        </p:txBody>
      </p:sp>
      <p:sp>
        <p:nvSpPr>
          <p:cNvPr id="670" name="Google Shape;670;p53"/>
          <p:cNvSpPr txBox="1"/>
          <p:nvPr>
            <p:ph type="body" idx="1"/>
          </p:nvPr>
        </p:nvSpPr>
        <p:spPr>
          <a:xfrm>
            <a:off x="0" y="685800"/>
            <a:ext cx="8991600" cy="59436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3600"/>
              <a:buChar char="•"/>
            </a:pPr>
            <a:r>
              <a:rPr lang="en-US" sz="3600">
                <a:latin typeface="Times New Roman" panose="02020603050405020304"/>
                <a:ea typeface="Times New Roman" panose="02020603050405020304"/>
                <a:cs typeface="Times New Roman" panose="02020603050405020304"/>
                <a:sym typeface="Times New Roman" panose="02020603050405020304"/>
              </a:rPr>
              <a:t>Thus force may be defined as a push or pull which either changes or tend to change the state of rest or of uniform motion of a body. </a:t>
            </a:r>
            <a:endParaRPr sz="3600">
              <a:latin typeface="Times New Roman" panose="02020603050405020304"/>
              <a:ea typeface="Times New Roman" panose="02020603050405020304"/>
              <a:cs typeface="Times New Roman" panose="02020603050405020304"/>
              <a:sym typeface="Times New Roman" panose="02020603050405020304"/>
            </a:endParaRPr>
          </a:p>
          <a:p>
            <a:pPr marL="342900" lvl="0" indent="-114300" algn="just" rtl="0">
              <a:spcBef>
                <a:spcPts val="720"/>
              </a:spcBef>
              <a:spcAft>
                <a:spcPts val="0"/>
              </a:spcAft>
              <a:buClr>
                <a:schemeClr val="dk1"/>
              </a:buClr>
              <a:buSzPts val="3600"/>
              <a:buNone/>
            </a:pPr>
            <a:endParaRPr sz="3600">
              <a:latin typeface="Times New Roman" panose="02020603050405020304"/>
              <a:ea typeface="Times New Roman" panose="02020603050405020304"/>
              <a:cs typeface="Times New Roman" panose="02020603050405020304"/>
              <a:sym typeface="Times New Roman" panose="02020603050405020304"/>
            </a:endParaRPr>
          </a:p>
          <a:p>
            <a:pPr marL="342900" lvl="0" indent="-114300" algn="just" rtl="0">
              <a:spcBef>
                <a:spcPts val="720"/>
              </a:spcBef>
              <a:spcAft>
                <a:spcPts val="0"/>
              </a:spcAft>
              <a:buClr>
                <a:schemeClr val="dk1"/>
              </a:buClr>
              <a:buSzPts val="3600"/>
              <a:buNone/>
            </a:pPr>
            <a:endParaRPr sz="3600">
              <a:latin typeface="Times New Roman" panose="02020603050405020304"/>
              <a:ea typeface="Times New Roman" panose="02020603050405020304"/>
              <a:cs typeface="Times New Roman" panose="02020603050405020304"/>
              <a:sym typeface="Times New Roman" panose="02020603050405020304"/>
            </a:endParaRPr>
          </a:p>
          <a:p>
            <a:pPr marL="342900" lvl="0" indent="-114300" algn="just" rtl="0">
              <a:spcBef>
                <a:spcPts val="720"/>
              </a:spcBef>
              <a:spcAft>
                <a:spcPts val="0"/>
              </a:spcAft>
              <a:buClr>
                <a:schemeClr val="dk1"/>
              </a:buClr>
              <a:buSzPts val="3600"/>
              <a:buNone/>
            </a:pPr>
            <a:endParaRPr sz="3600">
              <a:latin typeface="Times New Roman" panose="02020603050405020304"/>
              <a:ea typeface="Times New Roman" panose="02020603050405020304"/>
              <a:cs typeface="Times New Roman" panose="02020603050405020304"/>
              <a:sym typeface="Times New Roman" panose="02020603050405020304"/>
            </a:endParaRPr>
          </a:p>
          <a:p>
            <a:pPr marL="342900" lvl="0" indent="-114300" algn="just" rtl="0">
              <a:spcBef>
                <a:spcPts val="720"/>
              </a:spcBef>
              <a:spcAft>
                <a:spcPts val="0"/>
              </a:spcAft>
              <a:buClr>
                <a:schemeClr val="dk1"/>
              </a:buClr>
              <a:buSzPts val="3600"/>
              <a:buNone/>
            </a:pPr>
            <a:endParaRPr sz="3600">
              <a:latin typeface="Times New Roman" panose="02020603050405020304"/>
              <a:ea typeface="Times New Roman" panose="02020603050405020304"/>
              <a:cs typeface="Times New Roman" panose="02020603050405020304"/>
              <a:sym typeface="Times New Roman" panose="02020603050405020304"/>
            </a:endParaRPr>
          </a:p>
          <a:p>
            <a:pPr marL="342900" lvl="0" indent="-114300" algn="just" rtl="0">
              <a:spcBef>
                <a:spcPts val="720"/>
              </a:spcBef>
              <a:spcAft>
                <a:spcPts val="0"/>
              </a:spcAft>
              <a:buClr>
                <a:schemeClr val="dk1"/>
              </a:buClr>
              <a:buSzPts val="3600"/>
              <a:buNone/>
            </a:pPr>
            <a:endParaRPr sz="360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720"/>
              </a:spcBef>
              <a:spcAft>
                <a:spcPts val="0"/>
              </a:spcAft>
              <a:buClr>
                <a:schemeClr val="dk1"/>
              </a:buClr>
              <a:buSzPts val="3600"/>
              <a:buChar char="•"/>
            </a:pPr>
            <a:r>
              <a:rPr lang="en-US" sz="3600">
                <a:latin typeface="Times New Roman" panose="02020603050405020304"/>
                <a:ea typeface="Times New Roman" panose="02020603050405020304"/>
                <a:cs typeface="Times New Roman" panose="02020603050405020304"/>
                <a:sym typeface="Times New Roman" panose="02020603050405020304"/>
              </a:rPr>
              <a:t>Force is a vector quantity.</a:t>
            </a:r>
            <a:endParaRPr sz="3600">
              <a:latin typeface="Times New Roman" panose="02020603050405020304"/>
              <a:ea typeface="Times New Roman" panose="02020603050405020304"/>
              <a:cs typeface="Times New Roman" panose="02020603050405020304"/>
              <a:sym typeface="Times New Roman" panose="02020603050405020304"/>
            </a:endParaRPr>
          </a:p>
          <a:p>
            <a:pPr marL="342900" lvl="0" indent="-114300" algn="just" rtl="0">
              <a:spcBef>
                <a:spcPts val="720"/>
              </a:spcBef>
              <a:spcAft>
                <a:spcPts val="0"/>
              </a:spcAft>
              <a:buClr>
                <a:schemeClr val="dk1"/>
              </a:buClr>
              <a:buSzPts val="3600"/>
              <a:buNone/>
            </a:pPr>
            <a:endParaRPr sz="3600">
              <a:latin typeface="Times New Roman" panose="02020603050405020304"/>
              <a:ea typeface="Times New Roman" panose="02020603050405020304"/>
              <a:cs typeface="Times New Roman" panose="02020603050405020304"/>
              <a:sym typeface="Times New Roman" panose="02020603050405020304"/>
            </a:endParaRPr>
          </a:p>
        </p:txBody>
      </p:sp>
      <p:pic>
        <p:nvPicPr>
          <p:cNvPr id="671" name="Google Shape;671;p53"/>
          <p:cNvPicPr preferRelativeResize="0"/>
          <p:nvPr/>
        </p:nvPicPr>
        <p:blipFill rotWithShape="1">
          <a:blip r:embed="rId1"/>
          <a:srcRect/>
          <a:stretch>
            <a:fillRect/>
          </a:stretch>
        </p:blipFill>
        <p:spPr>
          <a:xfrm>
            <a:off x="457200" y="2438400"/>
            <a:ext cx="8153400" cy="3124200"/>
          </a:xfrm>
          <a:prstGeom prst="rect">
            <a:avLst/>
          </a:prstGeom>
          <a:noFill/>
          <a:ln>
            <a:noFill/>
          </a:ln>
        </p:spPr>
      </p:pic>
      <p:sp>
        <p:nvSpPr>
          <p:cNvPr id="672" name="Google Shape;672;p5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673" name="Google Shape;673;p5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674" name="Google Shape;674;p5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678" name="Shape 678"/>
        <p:cNvGrpSpPr/>
        <p:nvPr/>
      </p:nvGrpSpPr>
      <p:grpSpPr>
        <a:xfrm>
          <a:off x="0" y="0"/>
          <a:ext cx="0" cy="0"/>
          <a:chOff x="0" y="0"/>
          <a:chExt cx="0" cy="0"/>
        </a:xfrm>
      </p:grpSpPr>
      <p:sp>
        <p:nvSpPr>
          <p:cNvPr id="679" name="Google Shape;679;p54"/>
          <p:cNvSpPr txBox="1"/>
          <p:nvPr>
            <p:ph type="body" idx="1"/>
          </p:nvPr>
        </p:nvSpPr>
        <p:spPr>
          <a:xfrm>
            <a:off x="0" y="1244263"/>
            <a:ext cx="9137073" cy="6223337"/>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3600"/>
              <a:buChar char="•"/>
            </a:pPr>
            <a:r>
              <a:rPr lang="en-US" sz="3600">
                <a:latin typeface="Times New Roman" panose="02020603050405020304"/>
                <a:ea typeface="Times New Roman" panose="02020603050405020304"/>
                <a:cs typeface="Times New Roman" panose="02020603050405020304"/>
                <a:sym typeface="Times New Roman" panose="02020603050405020304"/>
              </a:rPr>
              <a:t>The followings are the characteristics of a force:</a:t>
            </a:r>
            <a:endParaRPr sz="360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720"/>
              </a:spcBef>
              <a:spcAft>
                <a:spcPts val="0"/>
              </a:spcAft>
              <a:buClr>
                <a:schemeClr val="dk1"/>
              </a:buClr>
              <a:buSzPts val="3600"/>
              <a:buChar char="•"/>
            </a:pPr>
            <a:r>
              <a:rPr lang="en-US" sz="3600" b="1">
                <a:latin typeface="Times New Roman" panose="02020603050405020304"/>
                <a:ea typeface="Times New Roman" panose="02020603050405020304"/>
                <a:cs typeface="Times New Roman" panose="02020603050405020304"/>
                <a:sym typeface="Times New Roman" panose="02020603050405020304"/>
              </a:rPr>
              <a:t>1.Magnitude:</a:t>
            </a:r>
            <a:r>
              <a:rPr lang="en-US" sz="3600">
                <a:latin typeface="Times New Roman" panose="02020603050405020304"/>
                <a:ea typeface="Times New Roman" panose="02020603050405020304"/>
                <a:cs typeface="Times New Roman" panose="02020603050405020304"/>
                <a:sym typeface="Times New Roman" panose="02020603050405020304"/>
              </a:rPr>
              <a:t>The quantity of a force is called its magnitude such as 50 N, 80 N, 25 kg etc.</a:t>
            </a:r>
            <a:endParaRPr sz="360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720"/>
              </a:spcBef>
              <a:spcAft>
                <a:spcPts val="0"/>
              </a:spcAft>
              <a:buClr>
                <a:schemeClr val="dk1"/>
              </a:buClr>
              <a:buSzPts val="3600"/>
              <a:buChar char="•"/>
            </a:pPr>
            <a:r>
              <a:rPr lang="en-US" sz="3600" b="1">
                <a:latin typeface="Times New Roman" panose="02020603050405020304"/>
                <a:ea typeface="Times New Roman" panose="02020603050405020304"/>
                <a:cs typeface="Times New Roman" panose="02020603050405020304"/>
                <a:sym typeface="Times New Roman" panose="02020603050405020304"/>
              </a:rPr>
              <a:t>2.Direction: </a:t>
            </a:r>
            <a:r>
              <a:rPr lang="en-US" sz="3600">
                <a:latin typeface="Times New Roman" panose="02020603050405020304"/>
                <a:ea typeface="Times New Roman" panose="02020603050405020304"/>
                <a:cs typeface="Times New Roman" panose="02020603050405020304"/>
                <a:sym typeface="Times New Roman" panose="02020603050405020304"/>
              </a:rPr>
              <a:t>The direction of a force is the direction of the line along which it acts.</a:t>
            </a:r>
            <a:endParaRPr sz="360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720"/>
              </a:spcBef>
              <a:spcAft>
                <a:spcPts val="0"/>
              </a:spcAft>
              <a:buClr>
                <a:schemeClr val="dk1"/>
              </a:buClr>
              <a:buSzPts val="3600"/>
              <a:buChar char="•"/>
            </a:pPr>
            <a:r>
              <a:rPr lang="en-US" sz="3600" b="1">
                <a:latin typeface="Times New Roman" panose="02020603050405020304"/>
                <a:ea typeface="Times New Roman" panose="02020603050405020304"/>
                <a:cs typeface="Times New Roman" panose="02020603050405020304"/>
                <a:sym typeface="Times New Roman" panose="02020603050405020304"/>
              </a:rPr>
              <a:t>3.Nature of the force or sense: </a:t>
            </a:r>
            <a:r>
              <a:rPr lang="en-US" sz="3600">
                <a:latin typeface="Times New Roman" panose="02020603050405020304"/>
                <a:ea typeface="Times New Roman" panose="02020603050405020304"/>
                <a:cs typeface="Times New Roman" panose="02020603050405020304"/>
                <a:sym typeface="Times New Roman" panose="02020603050405020304"/>
              </a:rPr>
              <a:t>Nature of the force means whether the force is a push or a pull at the point of application.</a:t>
            </a:r>
            <a:endParaRPr sz="3600">
              <a:latin typeface="Times New Roman" panose="02020603050405020304"/>
              <a:ea typeface="Times New Roman" panose="02020603050405020304"/>
              <a:cs typeface="Times New Roman" panose="02020603050405020304"/>
              <a:sym typeface="Times New Roman" panose="02020603050405020304"/>
            </a:endParaRPr>
          </a:p>
          <a:p>
            <a:pPr marL="342900" lvl="0" indent="-114300" algn="just" rtl="0">
              <a:spcBef>
                <a:spcPts val="720"/>
              </a:spcBef>
              <a:spcAft>
                <a:spcPts val="0"/>
              </a:spcAft>
              <a:buClr>
                <a:schemeClr val="dk1"/>
              </a:buClr>
              <a:buSzPts val="3600"/>
              <a:buNone/>
            </a:pPr>
            <a:endParaRPr sz="3600">
              <a:latin typeface="Times New Roman" panose="02020603050405020304"/>
              <a:ea typeface="Times New Roman" panose="02020603050405020304"/>
              <a:cs typeface="Times New Roman" panose="02020603050405020304"/>
              <a:sym typeface="Times New Roman" panose="02020603050405020304"/>
            </a:endParaRPr>
          </a:p>
        </p:txBody>
      </p:sp>
      <p:sp>
        <p:nvSpPr>
          <p:cNvPr id="680" name="Google Shape;680;p54"/>
          <p:cNvSpPr/>
          <p:nvPr/>
        </p:nvSpPr>
        <p:spPr>
          <a:xfrm>
            <a:off x="304800" y="6927"/>
            <a:ext cx="8610600"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Characteristics of force</a:t>
            </a:r>
            <a:endParaRPr sz="60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81" name="Google Shape;681;p5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682" name="Google Shape;682;p5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683" name="Google Shape;683;p5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687" name="Shape 687"/>
        <p:cNvGrpSpPr/>
        <p:nvPr/>
      </p:nvGrpSpPr>
      <p:grpSpPr>
        <a:xfrm>
          <a:off x="0" y="0"/>
          <a:ext cx="0" cy="0"/>
          <a:chOff x="0" y="0"/>
          <a:chExt cx="0" cy="0"/>
        </a:xfrm>
      </p:grpSpPr>
      <p:sp>
        <p:nvSpPr>
          <p:cNvPr id="688" name="Google Shape;688;p5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p>
        </p:txBody>
      </p:sp>
      <p:pic>
        <p:nvPicPr>
          <p:cNvPr id="689" name="Google Shape;689;p56"/>
          <p:cNvPicPr preferRelativeResize="0"/>
          <p:nvPr>
            <p:ph type="body" idx="1"/>
          </p:nvPr>
        </p:nvPicPr>
        <p:blipFill rotWithShape="1">
          <a:blip r:embed="rId1"/>
          <a:srcRect l="10605" t="27893" r="15455"/>
          <a:stretch>
            <a:fillRect/>
          </a:stretch>
        </p:blipFill>
        <p:spPr>
          <a:xfrm>
            <a:off x="152400" y="1"/>
            <a:ext cx="8782870" cy="6858000"/>
          </a:xfrm>
          <a:prstGeom prst="rect">
            <a:avLst/>
          </a:prstGeom>
          <a:noFill/>
          <a:ln>
            <a:noFill/>
          </a:ln>
        </p:spPr>
      </p:pic>
      <p:sp>
        <p:nvSpPr>
          <p:cNvPr id="690" name="Google Shape;690;p5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691" name="Google Shape;691;p5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692" name="Google Shape;692;p5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696" name="Shape 696"/>
        <p:cNvGrpSpPr/>
        <p:nvPr/>
      </p:nvGrpSpPr>
      <p:grpSpPr>
        <a:xfrm>
          <a:off x="0" y="0"/>
          <a:ext cx="0" cy="0"/>
          <a:chOff x="0" y="0"/>
          <a:chExt cx="0" cy="0"/>
        </a:xfrm>
      </p:grpSpPr>
      <p:sp>
        <p:nvSpPr>
          <p:cNvPr id="697" name="Google Shape;697;p57"/>
          <p:cNvSpPr txBox="1"/>
          <p:nvPr>
            <p:ph type="title"/>
          </p:nvPr>
        </p:nvSpPr>
        <p:spPr>
          <a:xfrm>
            <a:off x="304800" y="-22860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Effects of a force</a:t>
            </a:r>
            <a:endParaRPr b="1">
              <a:latin typeface="Times New Roman" panose="02020603050405020304"/>
              <a:ea typeface="Times New Roman" panose="02020603050405020304"/>
              <a:cs typeface="Times New Roman" panose="02020603050405020304"/>
              <a:sym typeface="Times New Roman" panose="02020603050405020304"/>
            </a:endParaRPr>
          </a:p>
        </p:txBody>
      </p:sp>
      <p:sp>
        <p:nvSpPr>
          <p:cNvPr id="698" name="Google Shape;698;p57"/>
          <p:cNvSpPr txBox="1"/>
          <p:nvPr>
            <p:ph type="body" idx="1"/>
          </p:nvPr>
        </p:nvSpPr>
        <p:spPr>
          <a:xfrm>
            <a:off x="0" y="762000"/>
            <a:ext cx="9144000" cy="609600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Clr>
                <a:schemeClr val="dk1"/>
              </a:buClr>
              <a:buSzPts val="3600"/>
              <a:buNone/>
            </a:pPr>
            <a:r>
              <a:rPr lang="en-US" sz="3600">
                <a:latin typeface="Times New Roman" panose="02020603050405020304"/>
                <a:ea typeface="Times New Roman" panose="02020603050405020304"/>
                <a:cs typeface="Times New Roman" panose="02020603050405020304"/>
                <a:sym typeface="Times New Roman" panose="02020603050405020304"/>
              </a:rPr>
              <a:t>A force acting on body may have the following effects on the body: </a:t>
            </a:r>
            <a:endParaRPr sz="360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720"/>
              </a:spcBef>
              <a:spcAft>
                <a:spcPts val="0"/>
              </a:spcAft>
              <a:buClr>
                <a:schemeClr val="dk1"/>
              </a:buClr>
              <a:buSzPts val="3600"/>
              <a:buChar char="•"/>
            </a:pPr>
            <a:r>
              <a:rPr lang="en-US" sz="3600">
                <a:latin typeface="Times New Roman" panose="02020603050405020304"/>
                <a:ea typeface="Times New Roman" panose="02020603050405020304"/>
                <a:cs typeface="Times New Roman" panose="02020603050405020304"/>
                <a:sym typeface="Times New Roman" panose="02020603050405020304"/>
              </a:rPr>
              <a:t>1. It may change the state of rest or of uniform motion of a body. </a:t>
            </a:r>
            <a:endParaRPr sz="360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720"/>
              </a:spcBef>
              <a:spcAft>
                <a:spcPts val="0"/>
              </a:spcAft>
              <a:buClr>
                <a:schemeClr val="dk1"/>
              </a:buClr>
              <a:buSzPts val="3600"/>
              <a:buChar char="•"/>
            </a:pPr>
            <a:r>
              <a:rPr lang="en-US" sz="3600">
                <a:latin typeface="Times New Roman" panose="02020603050405020304"/>
                <a:ea typeface="Times New Roman" panose="02020603050405020304"/>
                <a:cs typeface="Times New Roman" panose="02020603050405020304"/>
                <a:sym typeface="Times New Roman" panose="02020603050405020304"/>
              </a:rPr>
              <a:t>2. It may change the direction of motion of a moving body. </a:t>
            </a:r>
            <a:endParaRPr sz="360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720"/>
              </a:spcBef>
              <a:spcAft>
                <a:spcPts val="0"/>
              </a:spcAft>
              <a:buClr>
                <a:schemeClr val="dk1"/>
              </a:buClr>
              <a:buSzPts val="3600"/>
              <a:buChar char="•"/>
            </a:pPr>
            <a:r>
              <a:rPr lang="en-US" sz="3600">
                <a:latin typeface="Times New Roman" panose="02020603050405020304"/>
                <a:ea typeface="Times New Roman" panose="02020603050405020304"/>
                <a:cs typeface="Times New Roman" panose="02020603050405020304"/>
                <a:sym typeface="Times New Roman" panose="02020603050405020304"/>
              </a:rPr>
              <a:t>3. It may change the shape and size of the body.</a:t>
            </a:r>
            <a:endParaRPr sz="360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720"/>
              </a:spcBef>
              <a:spcAft>
                <a:spcPts val="0"/>
              </a:spcAft>
              <a:buClr>
                <a:schemeClr val="dk1"/>
              </a:buClr>
              <a:buSzPts val="3600"/>
              <a:buChar char="•"/>
            </a:pPr>
            <a:r>
              <a:rPr lang="en-US" sz="3600">
                <a:latin typeface="Times New Roman" panose="02020603050405020304"/>
                <a:ea typeface="Times New Roman" panose="02020603050405020304"/>
                <a:cs typeface="Times New Roman" panose="02020603050405020304"/>
                <a:sym typeface="Times New Roman" panose="02020603050405020304"/>
              </a:rPr>
              <a:t> 4. It may produce internal stresses in the body.</a:t>
            </a:r>
            <a:endParaRPr sz="3600">
              <a:latin typeface="Times New Roman" panose="02020603050405020304"/>
              <a:ea typeface="Times New Roman" panose="02020603050405020304"/>
              <a:cs typeface="Times New Roman" panose="02020603050405020304"/>
              <a:sym typeface="Times New Roman" panose="02020603050405020304"/>
            </a:endParaRPr>
          </a:p>
        </p:txBody>
      </p:sp>
      <p:sp>
        <p:nvSpPr>
          <p:cNvPr id="699" name="Google Shape;699;p5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700" name="Google Shape;700;p5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701" name="Google Shape;701;p5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705" name="Shape 705"/>
        <p:cNvGrpSpPr/>
        <p:nvPr/>
      </p:nvGrpSpPr>
      <p:grpSpPr>
        <a:xfrm>
          <a:off x="0" y="0"/>
          <a:ext cx="0" cy="0"/>
          <a:chOff x="0" y="0"/>
          <a:chExt cx="0" cy="0"/>
        </a:xfrm>
      </p:grpSpPr>
      <p:sp>
        <p:nvSpPr>
          <p:cNvPr id="706" name="Google Shape;706;p58"/>
          <p:cNvSpPr txBox="1"/>
          <p:nvPr>
            <p:ph type="title"/>
          </p:nvPr>
        </p:nvSpPr>
        <p:spPr>
          <a:xfrm>
            <a:off x="0" y="274638"/>
            <a:ext cx="90678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Types of forces:1) External and </a:t>
            </a:r>
            <a:br>
              <a:rPr lang="en-US" b="1">
                <a:latin typeface="Times New Roman" panose="02020603050405020304"/>
                <a:ea typeface="Times New Roman" panose="02020603050405020304"/>
                <a:cs typeface="Times New Roman" panose="02020603050405020304"/>
                <a:sym typeface="Times New Roman" panose="02020603050405020304"/>
              </a:rPr>
            </a:br>
            <a:r>
              <a:rPr lang="en-US" b="1">
                <a:latin typeface="Times New Roman" panose="02020603050405020304"/>
                <a:ea typeface="Times New Roman" panose="02020603050405020304"/>
                <a:cs typeface="Times New Roman" panose="02020603050405020304"/>
                <a:sym typeface="Times New Roman" panose="02020603050405020304"/>
              </a:rPr>
              <a:t>                               2) Internal Forces</a:t>
            </a:r>
            <a:endParaRPr b="1">
              <a:latin typeface="Times New Roman" panose="02020603050405020304"/>
              <a:ea typeface="Times New Roman" panose="02020603050405020304"/>
              <a:cs typeface="Times New Roman" panose="02020603050405020304"/>
              <a:sym typeface="Times New Roman" panose="02020603050405020304"/>
            </a:endParaRPr>
          </a:p>
        </p:txBody>
      </p:sp>
      <p:sp>
        <p:nvSpPr>
          <p:cNvPr id="707" name="Google Shape;707;p58"/>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latin typeface="Times New Roman" panose="02020603050405020304"/>
                <a:ea typeface="Times New Roman" panose="02020603050405020304"/>
                <a:cs typeface="Times New Roman" panose="02020603050405020304"/>
                <a:sym typeface="Times New Roman" panose="02020603050405020304"/>
              </a:rPr>
              <a:t>External Forces: </a:t>
            </a:r>
            <a:endParaRPr>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spcBef>
                <a:spcPts val="560"/>
              </a:spcBef>
              <a:spcAft>
                <a:spcPts val="0"/>
              </a:spcAft>
              <a:buClr>
                <a:schemeClr val="dk1"/>
              </a:buClr>
              <a:buSzPts val="2800"/>
              <a:buChar char="–"/>
            </a:pPr>
            <a:r>
              <a:rPr lang="en-US">
                <a:latin typeface="Times New Roman" panose="02020603050405020304"/>
                <a:ea typeface="Times New Roman" panose="02020603050405020304"/>
                <a:cs typeface="Times New Roman" panose="02020603050405020304"/>
                <a:sym typeface="Times New Roman" panose="02020603050405020304"/>
              </a:rPr>
              <a:t> responsible for the external behavior of the rigid bodies.</a:t>
            </a:r>
            <a:endParaRPr>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spcBef>
                <a:spcPts val="560"/>
              </a:spcBef>
              <a:spcAft>
                <a:spcPts val="0"/>
              </a:spcAft>
              <a:buClr>
                <a:schemeClr val="dk1"/>
              </a:buClr>
              <a:buSzPts val="2800"/>
              <a:buChar char="–"/>
            </a:pPr>
            <a:r>
              <a:rPr lang="en-US">
                <a:latin typeface="Times New Roman" panose="02020603050405020304"/>
                <a:ea typeface="Times New Roman" panose="02020603050405020304"/>
                <a:cs typeface="Times New Roman" panose="02020603050405020304"/>
                <a:sym typeface="Times New Roman" panose="02020603050405020304"/>
              </a:rPr>
              <a:t>cause the rigid bodies to move or ensure that they remain at rest.</a:t>
            </a: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spcBef>
                <a:spcPts val="640"/>
              </a:spcBef>
              <a:spcAft>
                <a:spcPts val="0"/>
              </a:spcAft>
              <a:buClr>
                <a:schemeClr val="dk1"/>
              </a:buClr>
              <a:buSzPts val="3200"/>
              <a:buChar char="•"/>
            </a:pPr>
            <a:r>
              <a:rPr lang="en-US">
                <a:latin typeface="Times New Roman" panose="02020603050405020304"/>
                <a:ea typeface="Times New Roman" panose="02020603050405020304"/>
                <a:cs typeface="Times New Roman" panose="02020603050405020304"/>
                <a:sym typeface="Times New Roman" panose="02020603050405020304"/>
              </a:rPr>
              <a:t>Internal Forces:</a:t>
            </a:r>
            <a:endParaRPr>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spcBef>
                <a:spcPts val="560"/>
              </a:spcBef>
              <a:spcAft>
                <a:spcPts val="0"/>
              </a:spcAft>
              <a:buClr>
                <a:schemeClr val="dk1"/>
              </a:buClr>
              <a:buSzPts val="2800"/>
              <a:buChar char="–"/>
            </a:pPr>
            <a:r>
              <a:rPr lang="en-US">
                <a:latin typeface="Times New Roman" panose="02020603050405020304"/>
                <a:ea typeface="Times New Roman" panose="02020603050405020304"/>
                <a:cs typeface="Times New Roman" panose="02020603050405020304"/>
                <a:sym typeface="Times New Roman" panose="02020603050405020304"/>
              </a:rPr>
              <a:t> hold together the particles or parts forming the rigid body. </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708" name="Google Shape;708;p5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709" name="Google Shape;709;p5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710" name="Google Shape;710;p5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714" name="Shape 714"/>
        <p:cNvGrpSpPr/>
        <p:nvPr/>
      </p:nvGrpSpPr>
      <p:grpSpPr>
        <a:xfrm>
          <a:off x="0" y="0"/>
          <a:ext cx="0" cy="0"/>
          <a:chOff x="0" y="0"/>
          <a:chExt cx="0" cy="0"/>
        </a:xfrm>
      </p:grpSpPr>
      <p:sp>
        <p:nvSpPr>
          <p:cNvPr id="715" name="Google Shape;715;p59"/>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5000"/>
              <a:buFont typeface="Times New Roman" panose="02020603050405020304"/>
              <a:buNone/>
            </a:pPr>
            <a:r>
              <a:rPr lang="en-US" sz="5000" b="1">
                <a:latin typeface="Times New Roman" panose="02020603050405020304"/>
                <a:ea typeface="Times New Roman" panose="02020603050405020304"/>
                <a:cs typeface="Times New Roman" panose="02020603050405020304"/>
                <a:sym typeface="Times New Roman" panose="02020603050405020304"/>
              </a:rPr>
              <a:t>System of forces</a:t>
            </a:r>
            <a:endParaRPr sz="5000" b="1">
              <a:latin typeface="Times New Roman" panose="02020603050405020304"/>
              <a:ea typeface="Times New Roman" panose="02020603050405020304"/>
              <a:cs typeface="Times New Roman" panose="02020603050405020304"/>
              <a:sym typeface="Times New Roman" panose="02020603050405020304"/>
            </a:endParaRPr>
          </a:p>
        </p:txBody>
      </p:sp>
      <p:pic>
        <p:nvPicPr>
          <p:cNvPr id="716" name="Google Shape;716;p59"/>
          <p:cNvPicPr preferRelativeResize="0"/>
          <p:nvPr>
            <p:ph type="body" idx="1"/>
          </p:nvPr>
        </p:nvPicPr>
        <p:blipFill rotWithShape="1">
          <a:blip r:embed="rId1"/>
          <a:srcRect/>
          <a:stretch>
            <a:fillRect/>
          </a:stretch>
        </p:blipFill>
        <p:spPr>
          <a:xfrm>
            <a:off x="0" y="1389289"/>
            <a:ext cx="8762999" cy="5163911"/>
          </a:xfrm>
          <a:prstGeom prst="rect">
            <a:avLst/>
          </a:prstGeom>
          <a:noFill/>
          <a:ln>
            <a:noFill/>
          </a:ln>
        </p:spPr>
      </p:pic>
      <p:sp>
        <p:nvSpPr>
          <p:cNvPr id="717" name="Google Shape;717;p5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718" name="Google Shape;718;p5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719" name="Google Shape;719;p5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723" name="Shape 723"/>
        <p:cNvGrpSpPr/>
        <p:nvPr/>
      </p:nvGrpSpPr>
      <p:grpSpPr>
        <a:xfrm>
          <a:off x="0" y="0"/>
          <a:ext cx="0" cy="0"/>
          <a:chOff x="0" y="0"/>
          <a:chExt cx="0" cy="0"/>
        </a:xfrm>
      </p:grpSpPr>
      <p:sp>
        <p:nvSpPr>
          <p:cNvPr id="724" name="Google Shape;724;p60"/>
          <p:cNvSpPr txBox="1"/>
          <p:nvPr>
            <p:ph type="title"/>
          </p:nvPr>
        </p:nvSpPr>
        <p:spPr>
          <a:xfrm>
            <a:off x="0" y="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What is a force system?</a:t>
            </a:r>
            <a:endParaRPr b="1">
              <a:latin typeface="Times New Roman" panose="02020603050405020304"/>
              <a:ea typeface="Times New Roman" panose="02020603050405020304"/>
              <a:cs typeface="Times New Roman" panose="02020603050405020304"/>
              <a:sym typeface="Times New Roman" panose="02020603050405020304"/>
            </a:endParaRPr>
          </a:p>
        </p:txBody>
      </p:sp>
      <p:sp>
        <p:nvSpPr>
          <p:cNvPr id="725" name="Google Shape;725;p60"/>
          <p:cNvSpPr txBox="1"/>
          <p:nvPr>
            <p:ph type="body" idx="1"/>
          </p:nvPr>
        </p:nvSpPr>
        <p:spPr>
          <a:xfrm>
            <a:off x="457200" y="914400"/>
            <a:ext cx="8229600" cy="57150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latin typeface="Times New Roman" panose="02020603050405020304"/>
                <a:ea typeface="Times New Roman" panose="02020603050405020304"/>
                <a:cs typeface="Times New Roman" panose="02020603050405020304"/>
                <a:sym typeface="Times New Roman" panose="02020603050405020304"/>
              </a:rPr>
              <a:t>A number of forces (in 2D or 3D system) that is treated as a group:</a:t>
            </a: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spcBef>
                <a:spcPts val="640"/>
              </a:spcBef>
              <a:spcAft>
                <a:spcPts val="0"/>
              </a:spcAft>
              <a:buClr>
                <a:schemeClr val="dk1"/>
              </a:buClr>
              <a:buSzPts val="3200"/>
              <a:buChar char="•"/>
            </a:pPr>
            <a:r>
              <a:rPr lang="en-US">
                <a:latin typeface="Times New Roman" panose="02020603050405020304"/>
                <a:ea typeface="Times New Roman" panose="02020603050405020304"/>
                <a:cs typeface="Times New Roman" panose="02020603050405020304"/>
                <a:sym typeface="Times New Roman" panose="02020603050405020304"/>
              </a:rPr>
              <a:t>A concurrent force system – All of the action lines intersect at a common point.</a:t>
            </a: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spcBef>
                <a:spcPts val="640"/>
              </a:spcBef>
              <a:spcAft>
                <a:spcPts val="0"/>
              </a:spcAft>
              <a:buClr>
                <a:schemeClr val="dk1"/>
              </a:buClr>
              <a:buSzPts val="3200"/>
              <a:buNone/>
            </a:pP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spcBef>
                <a:spcPts val="640"/>
              </a:spcBef>
              <a:spcAft>
                <a:spcPts val="0"/>
              </a:spcAft>
              <a:buClr>
                <a:schemeClr val="dk1"/>
              </a:buClr>
              <a:buSzPts val="3200"/>
              <a:buNone/>
            </a:pP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spcBef>
                <a:spcPts val="640"/>
              </a:spcBef>
              <a:spcAft>
                <a:spcPts val="0"/>
              </a:spcAft>
              <a:buClr>
                <a:schemeClr val="dk1"/>
              </a:buClr>
              <a:buSzPts val="3200"/>
              <a:buNone/>
            </a:pP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spcBef>
                <a:spcPts val="640"/>
              </a:spcBef>
              <a:spcAft>
                <a:spcPts val="0"/>
              </a:spcAft>
              <a:buClr>
                <a:schemeClr val="dk1"/>
              </a:buClr>
              <a:buSzPts val="3200"/>
              <a:buNone/>
            </a:pPr>
            <a:endParaRPr>
              <a:latin typeface="Times New Roman" panose="02020603050405020304"/>
              <a:ea typeface="Times New Roman" panose="02020603050405020304"/>
              <a:cs typeface="Times New Roman" panose="02020603050405020304"/>
              <a:sym typeface="Times New Roman" panose="02020603050405020304"/>
            </a:endParaRPr>
          </a:p>
        </p:txBody>
      </p:sp>
      <p:pic>
        <p:nvPicPr>
          <p:cNvPr id="726" name="Google Shape;726;p60"/>
          <p:cNvPicPr preferRelativeResize="0"/>
          <p:nvPr/>
        </p:nvPicPr>
        <p:blipFill rotWithShape="1">
          <a:blip r:embed="rId1"/>
          <a:srcRect/>
          <a:stretch>
            <a:fillRect/>
          </a:stretch>
        </p:blipFill>
        <p:spPr>
          <a:xfrm>
            <a:off x="1593056" y="3733800"/>
            <a:ext cx="4960144" cy="2752874"/>
          </a:xfrm>
          <a:prstGeom prst="rect">
            <a:avLst/>
          </a:prstGeom>
          <a:noFill/>
          <a:ln>
            <a:noFill/>
          </a:ln>
        </p:spPr>
      </p:pic>
      <p:sp>
        <p:nvSpPr>
          <p:cNvPr id="727" name="Google Shape;727;p6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728" name="Google Shape;728;p6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729" name="Google Shape;729;p6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733" name="Shape 733"/>
        <p:cNvGrpSpPr/>
        <p:nvPr/>
      </p:nvGrpSpPr>
      <p:grpSpPr>
        <a:xfrm>
          <a:off x="0" y="0"/>
          <a:ext cx="0" cy="0"/>
          <a:chOff x="0" y="0"/>
          <a:chExt cx="0" cy="0"/>
        </a:xfrm>
      </p:grpSpPr>
      <p:sp>
        <p:nvSpPr>
          <p:cNvPr id="734" name="Google Shape;734;p61"/>
          <p:cNvSpPr txBox="1"/>
          <p:nvPr>
            <p:ph type="title"/>
          </p:nvPr>
        </p:nvSpPr>
        <p:spPr>
          <a:xfrm>
            <a:off x="0" y="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panose="02020603050405020304"/>
              <a:buNone/>
            </a:pPr>
            <a:r>
              <a:rPr lang="en-US">
                <a:latin typeface="Times New Roman" panose="02020603050405020304"/>
                <a:ea typeface="Times New Roman" panose="02020603050405020304"/>
                <a:cs typeface="Times New Roman" panose="02020603050405020304"/>
                <a:sym typeface="Times New Roman" panose="02020603050405020304"/>
              </a:rPr>
              <a:t>What is a force system?</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735" name="Google Shape;735;p61"/>
          <p:cNvSpPr txBox="1"/>
          <p:nvPr>
            <p:ph type="body" idx="1"/>
          </p:nvPr>
        </p:nvSpPr>
        <p:spPr>
          <a:xfrm>
            <a:off x="457200" y="914400"/>
            <a:ext cx="8229600" cy="5715000"/>
          </a:xfrm>
          <a:prstGeom prst="rect">
            <a:avLst/>
          </a:prstGeom>
          <a:noFill/>
          <a:ln>
            <a:noFill/>
          </a:ln>
        </p:spPr>
        <p:txBody>
          <a:bodyPr spcFirstLastPara="1" wrap="square" lIns="91425" tIns="45700" rIns="91425" bIns="45700" anchor="t" anchorCtr="0">
            <a:normAutofit fontScale="85000" lnSpcReduction="20000"/>
          </a:bodyPr>
          <a:lstStyle/>
          <a:p>
            <a:pPr marL="342900" lvl="0" indent="-170180" algn="just" rtl="0">
              <a:spcBef>
                <a:spcPts val="0"/>
              </a:spcBef>
              <a:spcAft>
                <a:spcPts val="0"/>
              </a:spcAft>
              <a:buClr>
                <a:schemeClr val="dk1"/>
              </a:buClr>
              <a:buSzPct val="100000"/>
              <a:buNone/>
            </a:pP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545"/>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A coplanar force system – All of the forces lie in the same plane.</a:t>
            </a: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170180" algn="just" rtl="0">
              <a:spcBef>
                <a:spcPts val="545"/>
              </a:spcBef>
              <a:spcAft>
                <a:spcPts val="0"/>
              </a:spcAft>
              <a:buClr>
                <a:schemeClr val="dk1"/>
              </a:buClr>
              <a:buSzPct val="100000"/>
              <a:buNone/>
            </a:pP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170180" algn="just" rtl="0">
              <a:spcBef>
                <a:spcPts val="545"/>
              </a:spcBef>
              <a:spcAft>
                <a:spcPts val="0"/>
              </a:spcAft>
              <a:buClr>
                <a:schemeClr val="dk1"/>
              </a:buClr>
              <a:buSzPct val="100000"/>
              <a:buNone/>
            </a:pP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170180" algn="just" rtl="0">
              <a:spcBef>
                <a:spcPts val="545"/>
              </a:spcBef>
              <a:spcAft>
                <a:spcPts val="0"/>
              </a:spcAft>
              <a:buClr>
                <a:schemeClr val="dk1"/>
              </a:buClr>
              <a:buSzPct val="100000"/>
              <a:buNone/>
            </a:pP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170180" algn="just" rtl="0">
              <a:spcBef>
                <a:spcPts val="545"/>
              </a:spcBef>
              <a:spcAft>
                <a:spcPts val="0"/>
              </a:spcAft>
              <a:buClr>
                <a:schemeClr val="dk1"/>
              </a:buClr>
              <a:buSzPct val="100000"/>
              <a:buNone/>
            </a:pP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545"/>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 A parallel force system – All of the action lines are parallel</a:t>
            </a: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170180" algn="just" rtl="0">
              <a:spcBef>
                <a:spcPts val="545"/>
              </a:spcBef>
              <a:spcAft>
                <a:spcPts val="0"/>
              </a:spcAft>
              <a:buClr>
                <a:schemeClr val="dk1"/>
              </a:buClr>
              <a:buSzPct val="100000"/>
              <a:buNone/>
            </a:pP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170180" algn="just" rtl="0">
              <a:spcBef>
                <a:spcPts val="545"/>
              </a:spcBef>
              <a:spcAft>
                <a:spcPts val="0"/>
              </a:spcAft>
              <a:buClr>
                <a:schemeClr val="dk1"/>
              </a:buClr>
              <a:buSzPct val="100000"/>
              <a:buNone/>
            </a:pP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170180" algn="just" rtl="0">
              <a:spcBef>
                <a:spcPts val="545"/>
              </a:spcBef>
              <a:spcAft>
                <a:spcPts val="0"/>
              </a:spcAft>
              <a:buClr>
                <a:schemeClr val="dk1"/>
              </a:buClr>
              <a:buSzPct val="100000"/>
              <a:buNone/>
            </a:pPr>
            <a:endParaRPr>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545"/>
              </a:spcBef>
              <a:spcAft>
                <a:spcPts val="0"/>
              </a:spcAft>
              <a:buClr>
                <a:schemeClr val="dk1"/>
              </a:buClr>
              <a:buSzPct val="100000"/>
              <a:buNone/>
            </a:pPr>
            <a:r>
              <a:rPr lang="en-US">
                <a:latin typeface="Times New Roman" panose="02020603050405020304"/>
                <a:ea typeface="Times New Roman" panose="02020603050405020304"/>
                <a:cs typeface="Times New Roman" panose="02020603050405020304"/>
                <a:sym typeface="Times New Roman" panose="02020603050405020304"/>
              </a:rPr>
              <a:t> </a:t>
            </a:r>
            <a:endParaRPr>
              <a:latin typeface="Times New Roman" panose="02020603050405020304"/>
              <a:ea typeface="Times New Roman" panose="02020603050405020304"/>
              <a:cs typeface="Times New Roman" panose="02020603050405020304"/>
              <a:sym typeface="Times New Roman" panose="02020603050405020304"/>
            </a:endParaRPr>
          </a:p>
        </p:txBody>
      </p:sp>
      <p:pic>
        <p:nvPicPr>
          <p:cNvPr id="736" name="Google Shape;736;p61"/>
          <p:cNvPicPr preferRelativeResize="0"/>
          <p:nvPr/>
        </p:nvPicPr>
        <p:blipFill rotWithShape="1">
          <a:blip r:embed="rId1"/>
          <a:srcRect/>
          <a:stretch>
            <a:fillRect/>
          </a:stretch>
        </p:blipFill>
        <p:spPr>
          <a:xfrm>
            <a:off x="1589376" y="2133600"/>
            <a:ext cx="5363874" cy="1304925"/>
          </a:xfrm>
          <a:prstGeom prst="rect">
            <a:avLst/>
          </a:prstGeom>
          <a:noFill/>
          <a:ln>
            <a:noFill/>
          </a:ln>
        </p:spPr>
      </p:pic>
      <p:pic>
        <p:nvPicPr>
          <p:cNvPr id="737" name="Google Shape;737;p61"/>
          <p:cNvPicPr preferRelativeResize="0"/>
          <p:nvPr/>
        </p:nvPicPr>
        <p:blipFill rotWithShape="1">
          <a:blip r:embed="rId2"/>
          <a:srcRect/>
          <a:stretch>
            <a:fillRect/>
          </a:stretch>
        </p:blipFill>
        <p:spPr>
          <a:xfrm>
            <a:off x="2118662" y="4267201"/>
            <a:ext cx="4663138" cy="2443698"/>
          </a:xfrm>
          <a:prstGeom prst="rect">
            <a:avLst/>
          </a:prstGeom>
          <a:noFill/>
          <a:ln>
            <a:noFill/>
          </a:ln>
        </p:spPr>
      </p:pic>
      <p:sp>
        <p:nvSpPr>
          <p:cNvPr id="738" name="Google Shape;738;p6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739" name="Google Shape;739;p6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740" name="Google Shape;740;p6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744" name="Shape 744"/>
        <p:cNvGrpSpPr/>
        <p:nvPr/>
      </p:nvGrpSpPr>
      <p:grpSpPr>
        <a:xfrm>
          <a:off x="0" y="0"/>
          <a:ext cx="0" cy="0"/>
          <a:chOff x="0" y="0"/>
          <a:chExt cx="0" cy="0"/>
        </a:xfrm>
      </p:grpSpPr>
      <p:sp>
        <p:nvSpPr>
          <p:cNvPr id="745" name="Google Shape;745;p62"/>
          <p:cNvSpPr txBox="1"/>
          <p:nvPr>
            <p:ph type="title"/>
          </p:nvPr>
        </p:nvSpPr>
        <p:spPr>
          <a:xfrm>
            <a:off x="0" y="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panose="02020603050405020304"/>
              <a:buNone/>
            </a:pPr>
            <a:r>
              <a:rPr lang="en-US">
                <a:latin typeface="Times New Roman" panose="02020603050405020304"/>
                <a:ea typeface="Times New Roman" panose="02020603050405020304"/>
                <a:cs typeface="Times New Roman" panose="02020603050405020304"/>
                <a:sym typeface="Times New Roman" panose="02020603050405020304"/>
              </a:rPr>
              <a:t>What is a force system?</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746" name="Google Shape;746;p62"/>
          <p:cNvSpPr txBox="1"/>
          <p:nvPr>
            <p:ph type="body" idx="1"/>
          </p:nvPr>
        </p:nvSpPr>
        <p:spPr>
          <a:xfrm>
            <a:off x="457200" y="914400"/>
            <a:ext cx="8229600" cy="5715000"/>
          </a:xfrm>
          <a:prstGeom prst="rect">
            <a:avLst/>
          </a:prstGeom>
          <a:noFill/>
          <a:ln>
            <a:noFill/>
          </a:ln>
        </p:spPr>
        <p:txBody>
          <a:bodyPr spcFirstLastPara="1" wrap="square" lIns="91425" tIns="45700" rIns="91425" bIns="45700" anchor="t" anchorCtr="0">
            <a:normAutofit/>
          </a:bodyPr>
          <a:lstStyle/>
          <a:p>
            <a:pPr marL="342900" lvl="0" indent="-139700" algn="just" rtl="0">
              <a:spcBef>
                <a:spcPts val="0"/>
              </a:spcBef>
              <a:spcAft>
                <a:spcPts val="0"/>
              </a:spcAft>
              <a:buClr>
                <a:schemeClr val="dk1"/>
              </a:buClr>
              <a:buSzPts val="3200"/>
              <a:buNone/>
            </a:pP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640"/>
              </a:spcBef>
              <a:spcAft>
                <a:spcPts val="0"/>
              </a:spcAft>
              <a:buClr>
                <a:schemeClr val="dk1"/>
              </a:buClr>
              <a:buSzPts val="3200"/>
              <a:buChar char="•"/>
            </a:pPr>
            <a:r>
              <a:rPr lang="en-US">
                <a:latin typeface="Times New Roman" panose="02020603050405020304"/>
                <a:ea typeface="Times New Roman" panose="02020603050405020304"/>
                <a:cs typeface="Times New Roman" panose="02020603050405020304"/>
                <a:sym typeface="Times New Roman" panose="02020603050405020304"/>
              </a:rPr>
              <a:t> A collinear force system – All of the forces share a common line of action.</a:t>
            </a: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just" rtl="0">
              <a:spcBef>
                <a:spcPts val="640"/>
              </a:spcBef>
              <a:spcAft>
                <a:spcPts val="0"/>
              </a:spcAft>
              <a:buClr>
                <a:schemeClr val="dk1"/>
              </a:buClr>
              <a:buSzPts val="3200"/>
              <a:buNone/>
            </a:pPr>
            <a:endParaRPr>
              <a:latin typeface="Times New Roman" panose="02020603050405020304"/>
              <a:ea typeface="Times New Roman" panose="02020603050405020304"/>
              <a:cs typeface="Times New Roman" panose="02020603050405020304"/>
              <a:sym typeface="Times New Roman" panose="02020603050405020304"/>
            </a:endParaRPr>
          </a:p>
        </p:txBody>
      </p:sp>
      <p:pic>
        <p:nvPicPr>
          <p:cNvPr id="747" name="Google Shape;747;p62"/>
          <p:cNvPicPr preferRelativeResize="0"/>
          <p:nvPr/>
        </p:nvPicPr>
        <p:blipFill rotWithShape="1">
          <a:blip r:embed="rId1"/>
          <a:srcRect/>
          <a:stretch>
            <a:fillRect/>
          </a:stretch>
        </p:blipFill>
        <p:spPr>
          <a:xfrm>
            <a:off x="2362200" y="3428999"/>
            <a:ext cx="3124200" cy="2441279"/>
          </a:xfrm>
          <a:prstGeom prst="rect">
            <a:avLst/>
          </a:prstGeom>
          <a:noFill/>
          <a:ln>
            <a:noFill/>
          </a:ln>
        </p:spPr>
      </p:pic>
      <p:sp>
        <p:nvSpPr>
          <p:cNvPr id="748" name="Google Shape;748;p6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749" name="Google Shape;749;p6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750" name="Google Shape;750;p6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754" name="Shape 754"/>
        <p:cNvGrpSpPr/>
        <p:nvPr/>
      </p:nvGrpSpPr>
      <p:grpSpPr>
        <a:xfrm>
          <a:off x="0" y="0"/>
          <a:ext cx="0" cy="0"/>
          <a:chOff x="0" y="0"/>
          <a:chExt cx="0" cy="0"/>
        </a:xfrm>
      </p:grpSpPr>
      <p:sp>
        <p:nvSpPr>
          <p:cNvPr id="755" name="Google Shape;755;p63"/>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5400"/>
              <a:buFont typeface="Times New Roman" panose="02020603050405020304"/>
              <a:buNone/>
            </a:pPr>
            <a:r>
              <a:rPr lang="en-US" sz="5400" b="1">
                <a:latin typeface="Times New Roman" panose="02020603050405020304"/>
                <a:ea typeface="Times New Roman" panose="02020603050405020304"/>
                <a:cs typeface="Times New Roman" panose="02020603050405020304"/>
                <a:sym typeface="Times New Roman" panose="02020603050405020304"/>
              </a:rPr>
              <a:t>Collinear forces</a:t>
            </a:r>
            <a:endParaRPr sz="5400">
              <a:latin typeface="Times New Roman" panose="02020603050405020304"/>
              <a:ea typeface="Times New Roman" panose="02020603050405020304"/>
              <a:cs typeface="Times New Roman" panose="02020603050405020304"/>
              <a:sym typeface="Times New Roman" panose="02020603050405020304"/>
            </a:endParaRPr>
          </a:p>
        </p:txBody>
      </p:sp>
      <p:sp>
        <p:nvSpPr>
          <p:cNvPr id="756" name="Google Shape;756;p63"/>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3200"/>
              <a:buChar char="•"/>
            </a:pPr>
            <a:r>
              <a:rPr lang="en-US" b="1">
                <a:latin typeface="Times New Roman" panose="02020603050405020304"/>
                <a:ea typeface="Times New Roman" panose="02020603050405020304"/>
                <a:cs typeface="Times New Roman" panose="02020603050405020304"/>
                <a:sym typeface="Times New Roman" panose="02020603050405020304"/>
              </a:rPr>
              <a:t>Collinear forces</a:t>
            </a:r>
            <a:r>
              <a:rPr lang="en-US">
                <a:latin typeface="Times New Roman" panose="02020603050405020304"/>
                <a:ea typeface="Times New Roman" panose="02020603050405020304"/>
                <a:cs typeface="Times New Roman" panose="02020603050405020304"/>
                <a:sym typeface="Times New Roman" panose="02020603050405020304"/>
              </a:rPr>
              <a:t> are </a:t>
            </a:r>
            <a:r>
              <a:rPr lang="en-US" b="1">
                <a:latin typeface="Times New Roman" panose="02020603050405020304"/>
                <a:ea typeface="Times New Roman" panose="02020603050405020304"/>
                <a:cs typeface="Times New Roman" panose="02020603050405020304"/>
                <a:sym typeface="Times New Roman" panose="02020603050405020304"/>
              </a:rPr>
              <a:t>forces</a:t>
            </a:r>
            <a:r>
              <a:rPr lang="en-US">
                <a:latin typeface="Times New Roman" panose="02020603050405020304"/>
                <a:ea typeface="Times New Roman" panose="02020603050405020304"/>
                <a:cs typeface="Times New Roman" panose="02020603050405020304"/>
                <a:sym typeface="Times New Roman" panose="02020603050405020304"/>
              </a:rPr>
              <a:t> which have a common line of action, i.e. the line of action of the </a:t>
            </a:r>
            <a:r>
              <a:rPr lang="en-US" b="1">
                <a:latin typeface="Times New Roman" panose="02020603050405020304"/>
                <a:ea typeface="Times New Roman" panose="02020603050405020304"/>
                <a:cs typeface="Times New Roman" panose="02020603050405020304"/>
                <a:sym typeface="Times New Roman" panose="02020603050405020304"/>
              </a:rPr>
              <a:t>forces</a:t>
            </a:r>
            <a:r>
              <a:rPr lang="en-US">
                <a:latin typeface="Times New Roman" panose="02020603050405020304"/>
                <a:ea typeface="Times New Roman" panose="02020603050405020304"/>
                <a:cs typeface="Times New Roman" panose="02020603050405020304"/>
                <a:sym typeface="Times New Roman" panose="02020603050405020304"/>
              </a:rPr>
              <a:t> lie along a single straight line.</a:t>
            </a: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640"/>
              </a:spcBef>
              <a:spcAft>
                <a:spcPts val="0"/>
              </a:spcAft>
              <a:buClr>
                <a:schemeClr val="dk1"/>
              </a:buClr>
              <a:buSzPts val="3200"/>
              <a:buChar char="•"/>
            </a:pPr>
            <a:r>
              <a:rPr lang="en-US">
                <a:latin typeface="Times New Roman" panose="02020603050405020304"/>
                <a:ea typeface="Times New Roman" panose="02020603050405020304"/>
                <a:cs typeface="Times New Roman" panose="02020603050405020304"/>
                <a:sym typeface="Times New Roman" panose="02020603050405020304"/>
              </a:rPr>
              <a:t> Examples: two people standing at the opposite ends of a rope and pulling on it. </a:t>
            </a: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640"/>
              </a:spcBef>
              <a:spcAft>
                <a:spcPts val="0"/>
              </a:spcAft>
              <a:buClr>
                <a:schemeClr val="dk1"/>
              </a:buClr>
              <a:buSzPts val="3200"/>
              <a:buChar char="•"/>
            </a:pPr>
            <a:r>
              <a:rPr lang="en-US">
                <a:latin typeface="Times New Roman" panose="02020603050405020304"/>
                <a:ea typeface="Times New Roman" panose="02020603050405020304"/>
                <a:cs typeface="Times New Roman" panose="02020603050405020304"/>
                <a:sym typeface="Times New Roman" panose="02020603050405020304"/>
              </a:rPr>
              <a:t> a suspended load by a cable.</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757" name="Google Shape;757;p6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758" name="Google Shape;758;p6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759" name="Google Shape;759;p6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763" name="Shape 763"/>
        <p:cNvGrpSpPr/>
        <p:nvPr/>
      </p:nvGrpSpPr>
      <p:grpSpPr>
        <a:xfrm>
          <a:off x="0" y="0"/>
          <a:ext cx="0" cy="0"/>
          <a:chOff x="0" y="0"/>
          <a:chExt cx="0" cy="0"/>
        </a:xfrm>
      </p:grpSpPr>
      <p:sp>
        <p:nvSpPr>
          <p:cNvPr id="764" name="Google Shape;764;p6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p>
        </p:txBody>
      </p:sp>
      <p:pic>
        <p:nvPicPr>
          <p:cNvPr id="765" name="Google Shape;765;p64"/>
          <p:cNvPicPr preferRelativeResize="0"/>
          <p:nvPr>
            <p:ph type="body" idx="1"/>
          </p:nvPr>
        </p:nvPicPr>
        <p:blipFill rotWithShape="1">
          <a:blip r:embed="rId1"/>
          <a:srcRect/>
          <a:stretch>
            <a:fillRect/>
          </a:stretch>
        </p:blipFill>
        <p:spPr>
          <a:xfrm>
            <a:off x="16329" y="76200"/>
            <a:ext cx="9127671" cy="6553200"/>
          </a:xfrm>
          <a:prstGeom prst="rect">
            <a:avLst/>
          </a:prstGeom>
          <a:noFill/>
          <a:ln>
            <a:noFill/>
          </a:ln>
        </p:spPr>
      </p:pic>
      <p:sp>
        <p:nvSpPr>
          <p:cNvPr id="766" name="Google Shape;766;p6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767" name="Google Shape;767;p6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768" name="Google Shape;768;p6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772" name="Shape 772"/>
        <p:cNvGrpSpPr/>
        <p:nvPr/>
      </p:nvGrpSpPr>
      <p:grpSpPr>
        <a:xfrm>
          <a:off x="0" y="0"/>
          <a:ext cx="0" cy="0"/>
          <a:chOff x="0" y="0"/>
          <a:chExt cx="0" cy="0"/>
        </a:xfrm>
      </p:grpSpPr>
      <p:sp>
        <p:nvSpPr>
          <p:cNvPr id="773" name="Google Shape;773;p65"/>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Coplanar concurrent forces.</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774" name="Google Shape;774;p65"/>
          <p:cNvSpPr txBox="1"/>
          <p:nvPr>
            <p:ph type="body" idx="1"/>
          </p:nvPr>
        </p:nvSpPr>
        <p:spPr>
          <a:xfrm>
            <a:off x="152400" y="1600200"/>
            <a:ext cx="8991600" cy="4525963"/>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Clr>
                <a:schemeClr val="dk1"/>
              </a:buClr>
              <a:buSzPts val="3200"/>
              <a:buNone/>
            </a:pPr>
            <a:r>
              <a:rPr lang="en-US">
                <a:latin typeface="Times New Roman" panose="02020603050405020304"/>
                <a:ea typeface="Times New Roman" panose="02020603050405020304"/>
                <a:cs typeface="Times New Roman" panose="02020603050405020304"/>
                <a:sym typeface="Times New Roman" panose="02020603050405020304"/>
              </a:rPr>
              <a:t>The forces, which meet at one point and their lines of action also lie on the same plane, are known as coplanar concurrent forces.</a:t>
            </a:r>
            <a:endParaRPr>
              <a:latin typeface="Times New Roman" panose="02020603050405020304"/>
              <a:ea typeface="Times New Roman" panose="02020603050405020304"/>
              <a:cs typeface="Times New Roman" panose="02020603050405020304"/>
              <a:sym typeface="Times New Roman" panose="02020603050405020304"/>
            </a:endParaRPr>
          </a:p>
        </p:txBody>
      </p:sp>
      <p:pic>
        <p:nvPicPr>
          <p:cNvPr id="775" name="Google Shape;775;p65"/>
          <p:cNvPicPr preferRelativeResize="0"/>
          <p:nvPr/>
        </p:nvPicPr>
        <p:blipFill rotWithShape="1">
          <a:blip r:embed="rId1"/>
          <a:srcRect/>
          <a:stretch>
            <a:fillRect/>
          </a:stretch>
        </p:blipFill>
        <p:spPr>
          <a:xfrm>
            <a:off x="5150869" y="3581400"/>
            <a:ext cx="3807082" cy="2932238"/>
          </a:xfrm>
          <a:prstGeom prst="rect">
            <a:avLst/>
          </a:prstGeom>
          <a:noFill/>
          <a:ln>
            <a:noFill/>
          </a:ln>
        </p:spPr>
      </p:pic>
      <p:pic>
        <p:nvPicPr>
          <p:cNvPr id="776" name="Google Shape;776;p65"/>
          <p:cNvPicPr preferRelativeResize="0"/>
          <p:nvPr/>
        </p:nvPicPr>
        <p:blipFill rotWithShape="1">
          <a:blip r:embed="rId2"/>
          <a:srcRect l="40115" t="34664" r="17461" b="13385"/>
          <a:stretch>
            <a:fillRect/>
          </a:stretch>
        </p:blipFill>
        <p:spPr>
          <a:xfrm>
            <a:off x="381000" y="3428999"/>
            <a:ext cx="3352800" cy="3082399"/>
          </a:xfrm>
          <a:prstGeom prst="rect">
            <a:avLst/>
          </a:prstGeom>
          <a:noFill/>
          <a:ln>
            <a:noFill/>
          </a:ln>
        </p:spPr>
      </p:pic>
      <p:sp>
        <p:nvSpPr>
          <p:cNvPr id="777" name="Google Shape;777;p6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778" name="Google Shape;778;p6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779" name="Google Shape;779;p6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783" name="Shape 783"/>
        <p:cNvGrpSpPr/>
        <p:nvPr/>
      </p:nvGrpSpPr>
      <p:grpSpPr>
        <a:xfrm>
          <a:off x="0" y="0"/>
          <a:ext cx="0" cy="0"/>
          <a:chOff x="0" y="0"/>
          <a:chExt cx="0" cy="0"/>
        </a:xfrm>
      </p:grpSpPr>
      <p:sp>
        <p:nvSpPr>
          <p:cNvPr id="784" name="Google Shape;784;p66"/>
          <p:cNvSpPr txBox="1"/>
          <p:nvPr>
            <p:ph type="title"/>
          </p:nvPr>
        </p:nvSpPr>
        <p:spPr>
          <a:xfrm>
            <a:off x="381000" y="27709"/>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Coplanar non-concurrent forces.</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785" name="Google Shape;785;p66"/>
          <p:cNvSpPr txBox="1"/>
          <p:nvPr>
            <p:ph type="body" idx="1"/>
          </p:nvPr>
        </p:nvSpPr>
        <p:spPr>
          <a:xfrm>
            <a:off x="0" y="1219200"/>
            <a:ext cx="8839200" cy="51816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3200"/>
              <a:buChar char="•"/>
            </a:pPr>
            <a:r>
              <a:rPr lang="en-US">
                <a:latin typeface="Times New Roman" panose="02020603050405020304"/>
                <a:ea typeface="Times New Roman" panose="02020603050405020304"/>
                <a:cs typeface="Times New Roman" panose="02020603050405020304"/>
                <a:sym typeface="Times New Roman" panose="02020603050405020304"/>
              </a:rPr>
              <a:t>The forces, which do not meet at one point, but their lines of action lie on the same plane, are known as coplanar non-concurrent forces.</a:t>
            </a:r>
            <a:endParaRPr>
              <a:latin typeface="Times New Roman" panose="02020603050405020304"/>
              <a:ea typeface="Times New Roman" panose="02020603050405020304"/>
              <a:cs typeface="Times New Roman" panose="02020603050405020304"/>
              <a:sym typeface="Times New Roman" panose="02020603050405020304"/>
            </a:endParaRPr>
          </a:p>
        </p:txBody>
      </p:sp>
      <p:pic>
        <p:nvPicPr>
          <p:cNvPr id="786" name="Google Shape;786;p66"/>
          <p:cNvPicPr preferRelativeResize="0"/>
          <p:nvPr/>
        </p:nvPicPr>
        <p:blipFill rotWithShape="1">
          <a:blip r:embed="rId1"/>
          <a:srcRect/>
          <a:stretch>
            <a:fillRect/>
          </a:stretch>
        </p:blipFill>
        <p:spPr>
          <a:xfrm>
            <a:off x="1600199" y="3048000"/>
            <a:ext cx="5947269" cy="3837709"/>
          </a:xfrm>
          <a:prstGeom prst="rect">
            <a:avLst/>
          </a:prstGeom>
          <a:noFill/>
          <a:ln>
            <a:noFill/>
          </a:ln>
        </p:spPr>
      </p:pic>
      <p:sp>
        <p:nvSpPr>
          <p:cNvPr id="787" name="Google Shape;787;p6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788" name="Google Shape;788;p6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789" name="Google Shape;789;p6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793" name="Shape 793"/>
        <p:cNvGrpSpPr/>
        <p:nvPr/>
      </p:nvGrpSpPr>
      <p:grpSpPr>
        <a:xfrm>
          <a:off x="0" y="0"/>
          <a:ext cx="0" cy="0"/>
          <a:chOff x="0" y="0"/>
          <a:chExt cx="0" cy="0"/>
        </a:xfrm>
      </p:grpSpPr>
      <p:sp>
        <p:nvSpPr>
          <p:cNvPr id="794" name="Google Shape;794;p6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Non-coplanar concurrent forces</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795" name="Google Shape;795;p67"/>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3200"/>
              <a:buChar char="•"/>
            </a:pPr>
            <a:r>
              <a:rPr lang="en-US">
                <a:latin typeface="Times New Roman" panose="02020603050405020304"/>
                <a:ea typeface="Times New Roman" panose="02020603050405020304"/>
                <a:cs typeface="Times New Roman" panose="02020603050405020304"/>
                <a:sym typeface="Times New Roman" panose="02020603050405020304"/>
              </a:rPr>
              <a:t>The forces, which meet at one point, but their lines of action do not lie on the same plane, are known as non-coplanar concurrent forces.</a:t>
            </a: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just" rtl="0">
              <a:spcBef>
                <a:spcPts val="640"/>
              </a:spcBef>
              <a:spcAft>
                <a:spcPts val="0"/>
              </a:spcAft>
              <a:buClr>
                <a:schemeClr val="dk1"/>
              </a:buClr>
              <a:buSzPts val="3200"/>
              <a:buNone/>
            </a:pPr>
            <a:endParaRPr>
              <a:latin typeface="Times New Roman" panose="02020603050405020304"/>
              <a:ea typeface="Times New Roman" panose="02020603050405020304"/>
              <a:cs typeface="Times New Roman" panose="02020603050405020304"/>
              <a:sym typeface="Times New Roman" panose="02020603050405020304"/>
            </a:endParaRPr>
          </a:p>
        </p:txBody>
      </p:sp>
      <p:pic>
        <p:nvPicPr>
          <p:cNvPr id="796" name="Google Shape;796;p67"/>
          <p:cNvPicPr preferRelativeResize="0"/>
          <p:nvPr/>
        </p:nvPicPr>
        <p:blipFill rotWithShape="1">
          <a:blip r:embed="rId1"/>
          <a:srcRect/>
          <a:stretch>
            <a:fillRect/>
          </a:stretch>
        </p:blipFill>
        <p:spPr>
          <a:xfrm>
            <a:off x="838200" y="3505200"/>
            <a:ext cx="6858000" cy="3200400"/>
          </a:xfrm>
          <a:prstGeom prst="rect">
            <a:avLst/>
          </a:prstGeom>
          <a:noFill/>
          <a:ln>
            <a:noFill/>
          </a:ln>
        </p:spPr>
      </p:pic>
      <p:sp>
        <p:nvSpPr>
          <p:cNvPr id="797" name="Google Shape;797;p6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798" name="Google Shape;798;p6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799" name="Google Shape;799;p6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803" name="Shape 803"/>
        <p:cNvGrpSpPr/>
        <p:nvPr/>
      </p:nvGrpSpPr>
      <p:grpSpPr>
        <a:xfrm>
          <a:off x="0" y="0"/>
          <a:ext cx="0" cy="0"/>
          <a:chOff x="0" y="0"/>
          <a:chExt cx="0" cy="0"/>
        </a:xfrm>
      </p:grpSpPr>
      <p:sp>
        <p:nvSpPr>
          <p:cNvPr id="804" name="Google Shape;804;p68"/>
          <p:cNvSpPr txBox="1"/>
          <p:nvPr>
            <p:ph type="title"/>
          </p:nvPr>
        </p:nvSpPr>
        <p:spPr>
          <a:xfrm>
            <a:off x="457200" y="274638"/>
            <a:ext cx="84582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Non-coplanar non-concurrent forces</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805" name="Google Shape;805;p68"/>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US" b="1">
                <a:latin typeface="Times New Roman" panose="02020603050405020304"/>
                <a:ea typeface="Times New Roman" panose="02020603050405020304"/>
                <a:cs typeface="Times New Roman" panose="02020603050405020304"/>
                <a:sym typeface="Times New Roman" panose="02020603050405020304"/>
              </a:rPr>
              <a:t> </a:t>
            </a:r>
            <a:r>
              <a:rPr lang="en-US">
                <a:latin typeface="Times New Roman" panose="02020603050405020304"/>
                <a:ea typeface="Times New Roman" panose="02020603050405020304"/>
                <a:cs typeface="Times New Roman" panose="02020603050405020304"/>
                <a:sym typeface="Times New Roman" panose="02020603050405020304"/>
              </a:rPr>
              <a:t>The forces, which do not meet at one point and their lines of action do not lie on the same plane, are called non-coplanar non-concurrent forces</a:t>
            </a:r>
            <a:endParaRPr>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640"/>
              </a:spcBef>
              <a:spcAft>
                <a:spcPts val="0"/>
              </a:spcAft>
              <a:buClr>
                <a:schemeClr val="dk1"/>
              </a:buClr>
              <a:buSzPts val="3200"/>
              <a:buNone/>
            </a:pPr>
            <a:endParaRPr>
              <a:latin typeface="Times New Roman" panose="02020603050405020304"/>
              <a:ea typeface="Times New Roman" panose="02020603050405020304"/>
              <a:cs typeface="Times New Roman" panose="02020603050405020304"/>
              <a:sym typeface="Times New Roman" panose="02020603050405020304"/>
            </a:endParaRPr>
          </a:p>
        </p:txBody>
      </p:sp>
      <p:pic>
        <p:nvPicPr>
          <p:cNvPr id="806" name="Google Shape;806;p68"/>
          <p:cNvPicPr preferRelativeResize="0"/>
          <p:nvPr/>
        </p:nvPicPr>
        <p:blipFill rotWithShape="1">
          <a:blip r:embed="rId1"/>
          <a:srcRect/>
          <a:stretch>
            <a:fillRect/>
          </a:stretch>
        </p:blipFill>
        <p:spPr>
          <a:xfrm>
            <a:off x="762000" y="3352800"/>
            <a:ext cx="6248400" cy="3310434"/>
          </a:xfrm>
          <a:prstGeom prst="rect">
            <a:avLst/>
          </a:prstGeom>
          <a:noFill/>
          <a:ln>
            <a:noFill/>
          </a:ln>
        </p:spPr>
      </p:pic>
      <p:sp>
        <p:nvSpPr>
          <p:cNvPr id="807" name="Google Shape;807;p6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808" name="Google Shape;808;p6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09" name="Google Shape;809;p6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813" name="Shape 813"/>
        <p:cNvGrpSpPr/>
        <p:nvPr/>
      </p:nvGrpSpPr>
      <p:grpSpPr>
        <a:xfrm>
          <a:off x="0" y="0"/>
          <a:ext cx="0" cy="0"/>
          <a:chOff x="0" y="0"/>
          <a:chExt cx="0" cy="0"/>
        </a:xfrm>
      </p:grpSpPr>
      <p:sp>
        <p:nvSpPr>
          <p:cNvPr id="814" name="Google Shape;814;p69"/>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RESULTANT FORCE</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815" name="Google Shape;815;p69"/>
          <p:cNvSpPr txBox="1"/>
          <p:nvPr>
            <p:ph type="body" idx="1"/>
          </p:nvPr>
        </p:nvSpPr>
        <p:spPr>
          <a:xfrm>
            <a:off x="457200" y="1295400"/>
            <a:ext cx="822960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just" rtl="0">
              <a:spcBef>
                <a:spcPts val="0"/>
              </a:spcBef>
              <a:spcAft>
                <a:spcPts val="0"/>
              </a:spcAft>
              <a:buClr>
                <a:schemeClr val="dk1"/>
              </a:buClr>
              <a:buSzPts val="3200"/>
              <a:buChar char="•"/>
            </a:pPr>
            <a:r>
              <a:rPr lang="en-US">
                <a:latin typeface="Times New Roman" panose="02020603050405020304"/>
                <a:ea typeface="Times New Roman" panose="02020603050405020304"/>
                <a:cs typeface="Times New Roman" panose="02020603050405020304"/>
                <a:sym typeface="Times New Roman" panose="02020603050405020304"/>
              </a:rPr>
              <a:t>If a number of forces, </a:t>
            </a:r>
            <a:r>
              <a:rPr lang="en-US" i="1">
                <a:latin typeface="Times New Roman" panose="02020603050405020304"/>
                <a:ea typeface="Times New Roman" panose="02020603050405020304"/>
                <a:cs typeface="Times New Roman" panose="02020603050405020304"/>
                <a:sym typeface="Times New Roman" panose="02020603050405020304"/>
              </a:rPr>
              <a:t>P</a:t>
            </a:r>
            <a:r>
              <a:rPr lang="en-US">
                <a:latin typeface="Times New Roman" panose="02020603050405020304"/>
                <a:ea typeface="Times New Roman" panose="02020603050405020304"/>
                <a:cs typeface="Times New Roman" panose="02020603050405020304"/>
                <a:sym typeface="Times New Roman" panose="02020603050405020304"/>
              </a:rPr>
              <a:t>, </a:t>
            </a:r>
            <a:r>
              <a:rPr lang="en-US" i="1">
                <a:latin typeface="Times New Roman" panose="02020603050405020304"/>
                <a:ea typeface="Times New Roman" panose="02020603050405020304"/>
                <a:cs typeface="Times New Roman" panose="02020603050405020304"/>
                <a:sym typeface="Times New Roman" panose="02020603050405020304"/>
              </a:rPr>
              <a:t>Q</a:t>
            </a:r>
            <a:r>
              <a:rPr lang="en-US">
                <a:latin typeface="Times New Roman" panose="02020603050405020304"/>
                <a:ea typeface="Times New Roman" panose="02020603050405020304"/>
                <a:cs typeface="Times New Roman" panose="02020603050405020304"/>
                <a:sym typeface="Times New Roman" panose="02020603050405020304"/>
              </a:rPr>
              <a:t>, </a:t>
            </a:r>
            <a:r>
              <a:rPr lang="en-US" i="1">
                <a:latin typeface="Times New Roman" panose="02020603050405020304"/>
                <a:ea typeface="Times New Roman" panose="02020603050405020304"/>
                <a:cs typeface="Times New Roman" panose="02020603050405020304"/>
                <a:sym typeface="Times New Roman" panose="02020603050405020304"/>
              </a:rPr>
              <a:t>R </a:t>
            </a:r>
            <a:r>
              <a:rPr lang="en-US">
                <a:latin typeface="Times New Roman" panose="02020603050405020304"/>
                <a:ea typeface="Times New Roman" panose="02020603050405020304"/>
                <a:cs typeface="Times New Roman" panose="02020603050405020304"/>
                <a:sym typeface="Times New Roman" panose="02020603050405020304"/>
              </a:rPr>
              <a:t>... etc. are acting simultaneously on a particle, then it is possible to find out a single force which could replace them </a:t>
            </a:r>
            <a:r>
              <a:rPr lang="en-US" i="1">
                <a:latin typeface="Times New Roman" panose="02020603050405020304"/>
                <a:ea typeface="Times New Roman" panose="02020603050405020304"/>
                <a:cs typeface="Times New Roman" panose="02020603050405020304"/>
                <a:sym typeface="Times New Roman" panose="02020603050405020304"/>
              </a:rPr>
              <a:t>i.e.</a:t>
            </a:r>
            <a:r>
              <a:rPr lang="en-US">
                <a:latin typeface="Times New Roman" panose="02020603050405020304"/>
                <a:ea typeface="Times New Roman" panose="02020603050405020304"/>
                <a:cs typeface="Times New Roman" panose="02020603050405020304"/>
                <a:sym typeface="Times New Roman" panose="02020603050405020304"/>
              </a:rPr>
              <a:t>, which would produce the same effect as produced by all the given forces.</a:t>
            </a: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640"/>
              </a:spcBef>
              <a:spcAft>
                <a:spcPts val="0"/>
              </a:spcAft>
              <a:buClr>
                <a:schemeClr val="dk1"/>
              </a:buClr>
              <a:buSzPts val="3200"/>
              <a:buChar char="•"/>
            </a:pPr>
            <a:r>
              <a:rPr lang="en-US">
                <a:latin typeface="Times New Roman" panose="02020603050405020304"/>
                <a:ea typeface="Times New Roman" panose="02020603050405020304"/>
                <a:cs typeface="Times New Roman" panose="02020603050405020304"/>
                <a:sym typeface="Times New Roman" panose="02020603050405020304"/>
              </a:rPr>
              <a:t>This single force is called </a:t>
            </a:r>
            <a:r>
              <a:rPr lang="en-US" i="1">
                <a:latin typeface="Times New Roman" panose="02020603050405020304"/>
                <a:ea typeface="Times New Roman" panose="02020603050405020304"/>
                <a:cs typeface="Times New Roman" panose="02020603050405020304"/>
                <a:sym typeface="Times New Roman" panose="02020603050405020304"/>
              </a:rPr>
              <a:t>resultant force </a:t>
            </a:r>
            <a:r>
              <a:rPr lang="en-US">
                <a:latin typeface="Times New Roman" panose="02020603050405020304"/>
                <a:ea typeface="Times New Roman" panose="02020603050405020304"/>
                <a:cs typeface="Times New Roman" panose="02020603050405020304"/>
                <a:sym typeface="Times New Roman" panose="02020603050405020304"/>
              </a:rPr>
              <a:t>and the given forces </a:t>
            </a:r>
            <a:r>
              <a:rPr lang="en-US" i="1">
                <a:latin typeface="Times New Roman" panose="02020603050405020304"/>
                <a:ea typeface="Times New Roman" panose="02020603050405020304"/>
                <a:cs typeface="Times New Roman" panose="02020603050405020304"/>
                <a:sym typeface="Times New Roman" panose="02020603050405020304"/>
              </a:rPr>
              <a:t>R </a:t>
            </a:r>
            <a:r>
              <a:rPr lang="en-US">
                <a:latin typeface="Times New Roman" panose="02020603050405020304"/>
                <a:ea typeface="Times New Roman" panose="02020603050405020304"/>
                <a:cs typeface="Times New Roman" panose="02020603050405020304"/>
                <a:sym typeface="Times New Roman" panose="02020603050405020304"/>
              </a:rPr>
              <a:t>... etc. are called component forces</a:t>
            </a: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640"/>
              </a:spcBef>
              <a:spcAft>
                <a:spcPts val="0"/>
              </a:spcAft>
              <a:buClr>
                <a:schemeClr val="dk1"/>
              </a:buClr>
              <a:buSzPts val="3200"/>
              <a:buChar char="•"/>
            </a:pPr>
            <a:r>
              <a:rPr lang="en-US">
                <a:latin typeface="Times New Roman" panose="02020603050405020304"/>
                <a:ea typeface="Times New Roman" panose="02020603050405020304"/>
                <a:cs typeface="Times New Roman" panose="02020603050405020304"/>
                <a:sym typeface="Times New Roman" panose="02020603050405020304"/>
              </a:rPr>
              <a:t>.</a:t>
            </a:r>
            <a:endParaRPr>
              <a:latin typeface="Times New Roman" panose="02020603050405020304"/>
              <a:ea typeface="Times New Roman" panose="02020603050405020304"/>
              <a:cs typeface="Times New Roman" panose="02020603050405020304"/>
              <a:sym typeface="Times New Roman" panose="02020603050405020304"/>
            </a:endParaRPr>
          </a:p>
        </p:txBody>
      </p:sp>
      <p:pic>
        <p:nvPicPr>
          <p:cNvPr id="816" name="Google Shape;816;p69"/>
          <p:cNvPicPr preferRelativeResize="0"/>
          <p:nvPr/>
        </p:nvPicPr>
        <p:blipFill rotWithShape="1">
          <a:blip r:embed="rId1"/>
          <a:srcRect/>
          <a:stretch>
            <a:fillRect/>
          </a:stretch>
        </p:blipFill>
        <p:spPr>
          <a:xfrm>
            <a:off x="2209800" y="4648200"/>
            <a:ext cx="3545668" cy="2209800"/>
          </a:xfrm>
          <a:prstGeom prst="rect">
            <a:avLst/>
          </a:prstGeom>
          <a:noFill/>
          <a:ln>
            <a:noFill/>
          </a:ln>
        </p:spPr>
      </p:pic>
      <p:sp>
        <p:nvSpPr>
          <p:cNvPr id="817" name="Google Shape;817;p6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818" name="Google Shape;818;p6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19" name="Google Shape;819;p6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823" name="Shape 823"/>
        <p:cNvGrpSpPr/>
        <p:nvPr/>
      </p:nvGrpSpPr>
      <p:grpSpPr>
        <a:xfrm>
          <a:off x="0" y="0"/>
          <a:ext cx="0" cy="0"/>
          <a:chOff x="0" y="0"/>
          <a:chExt cx="0" cy="0"/>
        </a:xfrm>
      </p:grpSpPr>
      <p:sp>
        <p:nvSpPr>
          <p:cNvPr id="824" name="Google Shape;824;p70"/>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RESOLUTION AND COMPOSITION OF FORCES</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825" name="Google Shape;825;p70"/>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3200"/>
              <a:buChar char="•"/>
            </a:pPr>
            <a:r>
              <a:rPr lang="en-US">
                <a:latin typeface="Times New Roman" panose="02020603050405020304"/>
                <a:ea typeface="Times New Roman" panose="02020603050405020304"/>
                <a:cs typeface="Times New Roman" panose="02020603050405020304"/>
                <a:sym typeface="Times New Roman" panose="02020603050405020304"/>
              </a:rPr>
              <a:t>The process of finding out the resultant force, of a number of given forces, is called </a:t>
            </a:r>
            <a:r>
              <a:rPr lang="en-US" i="1">
                <a:latin typeface="Times New Roman" panose="02020603050405020304"/>
                <a:ea typeface="Times New Roman" panose="02020603050405020304"/>
                <a:cs typeface="Times New Roman" panose="02020603050405020304"/>
                <a:sym typeface="Times New Roman" panose="02020603050405020304"/>
              </a:rPr>
              <a:t>composition of forces </a:t>
            </a:r>
            <a:r>
              <a:rPr lang="en-US">
                <a:latin typeface="Times New Roman" panose="02020603050405020304"/>
                <a:ea typeface="Times New Roman" panose="02020603050405020304"/>
                <a:cs typeface="Times New Roman" panose="02020603050405020304"/>
                <a:sym typeface="Times New Roman" panose="02020603050405020304"/>
              </a:rPr>
              <a:t>or compounding of forces.</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826" name="Google Shape;826;p7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827" name="Google Shape;827;p7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28" name="Google Shape;828;p7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832" name="Shape 832"/>
        <p:cNvGrpSpPr/>
        <p:nvPr/>
      </p:nvGrpSpPr>
      <p:grpSpPr>
        <a:xfrm>
          <a:off x="0" y="0"/>
          <a:ext cx="0" cy="0"/>
          <a:chOff x="0" y="0"/>
          <a:chExt cx="0" cy="0"/>
        </a:xfrm>
      </p:grpSpPr>
      <p:sp>
        <p:nvSpPr>
          <p:cNvPr id="833" name="Google Shape;833;p7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p>
        </p:txBody>
      </p:sp>
      <p:grpSp>
        <p:nvGrpSpPr>
          <p:cNvPr id="834" name="Google Shape;834;p71"/>
          <p:cNvGrpSpPr/>
          <p:nvPr/>
        </p:nvGrpSpPr>
        <p:grpSpPr>
          <a:xfrm>
            <a:off x="457200" y="1238115"/>
            <a:ext cx="8229600" cy="4259989"/>
            <a:chOff x="0" y="628515"/>
            <a:chExt cx="8229600" cy="4259989"/>
          </a:xfrm>
        </p:grpSpPr>
        <p:sp>
          <p:nvSpPr>
            <p:cNvPr id="835" name="Google Shape;835;p71"/>
            <p:cNvSpPr/>
            <p:nvPr/>
          </p:nvSpPr>
          <p:spPr>
            <a:xfrm>
              <a:off x="2758971" y="1671945"/>
              <a:ext cx="1548461" cy="478353"/>
            </a:xfrm>
            <a:custGeom>
              <a:avLst/>
              <a:gdLst/>
              <a:ahLst/>
              <a:cxnLst/>
              <a:rect l="l" t="t" r="r" b="b"/>
              <a:pathLst>
                <a:path w="2439" h="753" extrusionOk="0">
                  <a:moveTo>
                    <a:pt x="2439" y="0"/>
                  </a:moveTo>
                  <a:lnTo>
                    <a:pt x="2439" y="610"/>
                  </a:lnTo>
                  <a:lnTo>
                    <a:pt x="0" y="610"/>
                  </a:lnTo>
                  <a:lnTo>
                    <a:pt x="0" y="753"/>
                  </a:lnTo>
                </a:path>
              </a:pathLst>
            </a:custGeom>
            <a:noFill/>
            <a:ln w="25400" cap="flat" cmpd="sng">
              <a:solidFill>
                <a:srgbClr val="3E6695"/>
              </a:solidFill>
              <a:prstDash val="solid"/>
              <a:round/>
              <a:headEnd type="none" w="sm" len="sm"/>
              <a:tailEnd type="none" w="sm" len="sm"/>
            </a:ln>
          </p:spPr>
        </p:sp>
        <p:sp>
          <p:nvSpPr>
            <p:cNvPr id="836" name="Google Shape;836;p71"/>
            <p:cNvSpPr txBox="1"/>
            <p:nvPr/>
          </p:nvSpPr>
          <p:spPr>
            <a:xfrm>
              <a:off x="2758971" y="1671945"/>
              <a:ext cx="1548461" cy="47835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7" name="Google Shape;837;p71"/>
            <p:cNvSpPr/>
            <p:nvPr/>
          </p:nvSpPr>
          <p:spPr>
            <a:xfrm>
              <a:off x="1262329" y="3193729"/>
              <a:ext cx="1496642" cy="477897"/>
            </a:xfrm>
            <a:custGeom>
              <a:avLst/>
              <a:gdLst/>
              <a:ahLst/>
              <a:cxnLst/>
              <a:rect l="l" t="t" r="r" b="b"/>
              <a:pathLst>
                <a:path w="2357" h="753" extrusionOk="0">
                  <a:moveTo>
                    <a:pt x="2357" y="0"/>
                  </a:moveTo>
                  <a:lnTo>
                    <a:pt x="2357" y="609"/>
                  </a:lnTo>
                  <a:lnTo>
                    <a:pt x="0" y="609"/>
                  </a:lnTo>
                  <a:lnTo>
                    <a:pt x="0" y="753"/>
                  </a:lnTo>
                </a:path>
              </a:pathLst>
            </a:custGeom>
            <a:noFill/>
            <a:ln w="25400" cap="flat" cmpd="sng">
              <a:solidFill>
                <a:srgbClr val="4774AA"/>
              </a:solidFill>
              <a:prstDash val="solid"/>
              <a:round/>
              <a:headEnd type="none" w="sm" len="sm"/>
              <a:tailEnd type="none" w="sm" len="sm"/>
            </a:ln>
          </p:spPr>
        </p:sp>
        <p:sp>
          <p:nvSpPr>
            <p:cNvPr id="838" name="Google Shape;838;p71"/>
            <p:cNvSpPr txBox="1"/>
            <p:nvPr/>
          </p:nvSpPr>
          <p:spPr>
            <a:xfrm>
              <a:off x="1262329" y="3193729"/>
              <a:ext cx="1496642" cy="477897"/>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9" name="Google Shape;839;p71"/>
            <p:cNvSpPr/>
            <p:nvPr/>
          </p:nvSpPr>
          <p:spPr>
            <a:xfrm>
              <a:off x="2758971" y="3193729"/>
              <a:ext cx="1444906" cy="477897"/>
            </a:xfrm>
            <a:custGeom>
              <a:avLst/>
              <a:gdLst/>
              <a:ahLst/>
              <a:cxnLst/>
              <a:rect l="l" t="t" r="r" b="b"/>
              <a:pathLst>
                <a:path w="2275" h="753" extrusionOk="0">
                  <a:moveTo>
                    <a:pt x="0" y="0"/>
                  </a:moveTo>
                  <a:lnTo>
                    <a:pt x="0" y="609"/>
                  </a:lnTo>
                  <a:lnTo>
                    <a:pt x="2275" y="609"/>
                  </a:lnTo>
                  <a:lnTo>
                    <a:pt x="2275" y="753"/>
                  </a:lnTo>
                </a:path>
              </a:pathLst>
            </a:custGeom>
            <a:noFill/>
            <a:ln w="25400" cap="flat" cmpd="sng">
              <a:solidFill>
                <a:srgbClr val="4774AA"/>
              </a:solidFill>
              <a:prstDash val="solid"/>
              <a:round/>
              <a:headEnd type="none" w="sm" len="sm"/>
              <a:tailEnd type="none" w="sm" len="sm"/>
            </a:ln>
          </p:spPr>
        </p:sp>
        <p:sp>
          <p:nvSpPr>
            <p:cNvPr id="840" name="Google Shape;840;p71"/>
            <p:cNvSpPr txBox="1"/>
            <p:nvPr/>
          </p:nvSpPr>
          <p:spPr>
            <a:xfrm>
              <a:off x="2758971" y="3193729"/>
              <a:ext cx="1444906" cy="477897"/>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1" name="Google Shape;841;p71"/>
            <p:cNvSpPr/>
            <p:nvPr/>
          </p:nvSpPr>
          <p:spPr>
            <a:xfrm>
              <a:off x="4307432" y="1671945"/>
              <a:ext cx="2373707" cy="478353"/>
            </a:xfrm>
            <a:custGeom>
              <a:avLst/>
              <a:gdLst/>
              <a:ahLst/>
              <a:cxnLst/>
              <a:rect l="l" t="t" r="r" b="b"/>
              <a:pathLst>
                <a:path w="3738" h="753" extrusionOk="0">
                  <a:moveTo>
                    <a:pt x="0" y="0"/>
                  </a:moveTo>
                  <a:lnTo>
                    <a:pt x="0" y="610"/>
                  </a:lnTo>
                  <a:lnTo>
                    <a:pt x="3738" y="610"/>
                  </a:lnTo>
                  <a:lnTo>
                    <a:pt x="3738" y="753"/>
                  </a:lnTo>
                </a:path>
              </a:pathLst>
            </a:custGeom>
            <a:noFill/>
            <a:ln w="25400" cap="flat" cmpd="sng">
              <a:solidFill>
                <a:srgbClr val="3E6695"/>
              </a:solidFill>
              <a:prstDash val="solid"/>
              <a:round/>
              <a:headEnd type="none" w="sm" len="sm"/>
              <a:tailEnd type="none" w="sm" len="sm"/>
            </a:ln>
          </p:spPr>
        </p:sp>
        <p:sp>
          <p:nvSpPr>
            <p:cNvPr id="842" name="Google Shape;842;p71"/>
            <p:cNvSpPr txBox="1"/>
            <p:nvPr/>
          </p:nvSpPr>
          <p:spPr>
            <a:xfrm>
              <a:off x="4307432" y="1671945"/>
              <a:ext cx="2373707" cy="47835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3" name="Google Shape;843;p71"/>
            <p:cNvSpPr/>
            <p:nvPr/>
          </p:nvSpPr>
          <p:spPr>
            <a:xfrm>
              <a:off x="3485833" y="628515"/>
              <a:ext cx="1643197" cy="1043430"/>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4" name="Google Shape;844;p71"/>
            <p:cNvSpPr txBox="1"/>
            <p:nvPr/>
          </p:nvSpPr>
          <p:spPr>
            <a:xfrm>
              <a:off x="3485833" y="628515"/>
              <a:ext cx="1643197" cy="104343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5" name="Google Shape;845;p71"/>
            <p:cNvSpPr/>
            <p:nvPr/>
          </p:nvSpPr>
          <p:spPr>
            <a:xfrm>
              <a:off x="3668411" y="801964"/>
              <a:ext cx="1643197" cy="1043430"/>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6" name="Google Shape;846;p71"/>
            <p:cNvSpPr txBox="1"/>
            <p:nvPr/>
          </p:nvSpPr>
          <p:spPr>
            <a:xfrm>
              <a:off x="3668411" y="801964"/>
              <a:ext cx="1643197" cy="1043430"/>
            </a:xfrm>
            <a:prstGeom prst="rect">
              <a:avLst/>
            </a:prstGeom>
            <a:noFill/>
            <a:ln>
              <a:noFill/>
            </a:ln>
          </p:spPr>
          <p:txBody>
            <a:bodyPr spcFirstLastPara="1" wrap="square" lIns="72375" tIns="72375" rIns="72375" bIns="72375" anchor="ctr" anchorCtr="0">
              <a:noAutofit/>
            </a:bodyPr>
            <a:lstStyle/>
            <a:p>
              <a:pPr marL="0" marR="0" lvl="0" indent="0" algn="ctr" rtl="0">
                <a:lnSpc>
                  <a:spcPct val="100000"/>
                </a:lnSpc>
                <a:spcBef>
                  <a:spcPts val="0"/>
                </a:spcBef>
                <a:spcAft>
                  <a:spcPts val="0"/>
                </a:spcAft>
                <a:buNone/>
              </a:pPr>
              <a:r>
                <a:rPr lang="en-US" sz="1900">
                  <a:solidFill>
                    <a:schemeClr val="dk1"/>
                  </a:solidFill>
                  <a:latin typeface="Times New Roman" panose="02020603050405020304"/>
                  <a:ea typeface="Times New Roman" panose="02020603050405020304"/>
                  <a:cs typeface="Times New Roman" panose="02020603050405020304"/>
                  <a:sym typeface="Times New Roman" panose="02020603050405020304"/>
                </a:rPr>
                <a:t>Methods for resultant force</a:t>
              </a:r>
              <a:endParaRPr sz="19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47" name="Google Shape;847;p71"/>
            <p:cNvSpPr/>
            <p:nvPr/>
          </p:nvSpPr>
          <p:spPr>
            <a:xfrm>
              <a:off x="567842" y="2150298"/>
              <a:ext cx="4382260" cy="1043430"/>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8" name="Google Shape;848;p71"/>
            <p:cNvSpPr txBox="1"/>
            <p:nvPr/>
          </p:nvSpPr>
          <p:spPr>
            <a:xfrm>
              <a:off x="567842" y="2150298"/>
              <a:ext cx="4382260" cy="104343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9" name="Google Shape;849;p71"/>
            <p:cNvSpPr/>
            <p:nvPr/>
          </p:nvSpPr>
          <p:spPr>
            <a:xfrm>
              <a:off x="750419" y="2323747"/>
              <a:ext cx="4382260" cy="1043430"/>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0" name="Google Shape;850;p71"/>
            <p:cNvSpPr txBox="1"/>
            <p:nvPr/>
          </p:nvSpPr>
          <p:spPr>
            <a:xfrm>
              <a:off x="750419" y="2323747"/>
              <a:ext cx="4382260" cy="1043430"/>
            </a:xfrm>
            <a:prstGeom prst="rect">
              <a:avLst/>
            </a:prstGeom>
            <a:noFill/>
            <a:ln>
              <a:noFill/>
            </a:ln>
          </p:spPr>
          <p:txBody>
            <a:bodyPr spcFirstLastPara="1" wrap="square" lIns="72375" tIns="72375" rIns="72375" bIns="72375" anchor="ctr" anchorCtr="0">
              <a:noAutofit/>
            </a:bodyPr>
            <a:lstStyle/>
            <a:p>
              <a:pPr marL="0" marR="0" lvl="0" indent="0" algn="ctr" rtl="0">
                <a:lnSpc>
                  <a:spcPct val="100000"/>
                </a:lnSpc>
                <a:spcBef>
                  <a:spcPts val="0"/>
                </a:spcBef>
                <a:spcAft>
                  <a:spcPts val="0"/>
                </a:spcAft>
                <a:buNone/>
              </a:pPr>
              <a:r>
                <a:rPr lang="en-US" sz="1900">
                  <a:solidFill>
                    <a:schemeClr val="dk1"/>
                  </a:solidFill>
                  <a:latin typeface="Times New Roman" panose="02020603050405020304"/>
                  <a:ea typeface="Times New Roman" panose="02020603050405020304"/>
                  <a:cs typeface="Times New Roman" panose="02020603050405020304"/>
                  <a:sym typeface="Times New Roman" panose="02020603050405020304"/>
                </a:rPr>
                <a:t>Analytical method</a:t>
              </a:r>
              <a:endParaRPr sz="19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51" name="Google Shape;851;p71"/>
            <p:cNvSpPr/>
            <p:nvPr/>
          </p:nvSpPr>
          <p:spPr>
            <a:xfrm>
              <a:off x="0" y="3671625"/>
              <a:ext cx="2524658" cy="1043430"/>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2" name="Google Shape;852;p71"/>
            <p:cNvSpPr txBox="1"/>
            <p:nvPr/>
          </p:nvSpPr>
          <p:spPr>
            <a:xfrm>
              <a:off x="0" y="3671625"/>
              <a:ext cx="2524658" cy="104343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3" name="Google Shape;853;p71"/>
            <p:cNvSpPr/>
            <p:nvPr/>
          </p:nvSpPr>
          <p:spPr>
            <a:xfrm>
              <a:off x="182577" y="3845074"/>
              <a:ext cx="2524658" cy="1043430"/>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4" name="Google Shape;854;p71"/>
            <p:cNvSpPr txBox="1"/>
            <p:nvPr/>
          </p:nvSpPr>
          <p:spPr>
            <a:xfrm>
              <a:off x="182577" y="3845074"/>
              <a:ext cx="2524658" cy="1043430"/>
            </a:xfrm>
            <a:prstGeom prst="rect">
              <a:avLst/>
            </a:prstGeom>
            <a:noFill/>
            <a:ln>
              <a:noFill/>
            </a:ln>
          </p:spPr>
          <p:txBody>
            <a:bodyPr spcFirstLastPara="1" wrap="square" lIns="72375" tIns="72375" rIns="72375" bIns="72375" anchor="ctr" anchorCtr="0">
              <a:noAutofit/>
            </a:bodyPr>
            <a:lstStyle/>
            <a:p>
              <a:pPr marL="0" marR="0" lvl="0" indent="0" algn="ctr" rtl="0">
                <a:lnSpc>
                  <a:spcPct val="100000"/>
                </a:lnSpc>
                <a:spcBef>
                  <a:spcPts val="0"/>
                </a:spcBef>
                <a:spcAft>
                  <a:spcPts val="0"/>
                </a:spcAft>
                <a:buNone/>
              </a:pPr>
              <a:r>
                <a:rPr lang="en-US" sz="1900">
                  <a:solidFill>
                    <a:schemeClr val="dk1"/>
                  </a:solidFill>
                  <a:latin typeface="Times New Roman" panose="02020603050405020304"/>
                  <a:ea typeface="Times New Roman" panose="02020603050405020304"/>
                  <a:cs typeface="Times New Roman" panose="02020603050405020304"/>
                  <a:sym typeface="Times New Roman" panose="02020603050405020304"/>
                </a:rPr>
                <a:t>Parallelogram law of force</a:t>
              </a:r>
              <a:endParaRPr sz="19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55" name="Google Shape;855;p71"/>
            <p:cNvSpPr/>
            <p:nvPr/>
          </p:nvSpPr>
          <p:spPr>
            <a:xfrm>
              <a:off x="2889813" y="3671625"/>
              <a:ext cx="2628130" cy="1043430"/>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6" name="Google Shape;856;p71"/>
            <p:cNvSpPr txBox="1"/>
            <p:nvPr/>
          </p:nvSpPr>
          <p:spPr>
            <a:xfrm>
              <a:off x="2889813" y="3671625"/>
              <a:ext cx="2628130" cy="104343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7" name="Google Shape;857;p71"/>
            <p:cNvSpPr/>
            <p:nvPr/>
          </p:nvSpPr>
          <p:spPr>
            <a:xfrm>
              <a:off x="3072390" y="3845074"/>
              <a:ext cx="2628130" cy="1043430"/>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8" name="Google Shape;858;p71"/>
            <p:cNvSpPr txBox="1"/>
            <p:nvPr/>
          </p:nvSpPr>
          <p:spPr>
            <a:xfrm>
              <a:off x="3072390" y="3845074"/>
              <a:ext cx="2628130" cy="1043430"/>
            </a:xfrm>
            <a:prstGeom prst="rect">
              <a:avLst/>
            </a:prstGeom>
            <a:noFill/>
            <a:ln>
              <a:noFill/>
            </a:ln>
          </p:spPr>
          <p:txBody>
            <a:bodyPr spcFirstLastPara="1" wrap="square" lIns="72375" tIns="72375" rIns="72375" bIns="72375" anchor="ctr" anchorCtr="0">
              <a:noAutofit/>
            </a:bodyPr>
            <a:lstStyle/>
            <a:p>
              <a:pPr marL="0" marR="0" lvl="0" indent="0" algn="ctr" rtl="0">
                <a:lnSpc>
                  <a:spcPct val="100000"/>
                </a:lnSpc>
                <a:spcBef>
                  <a:spcPts val="0"/>
                </a:spcBef>
                <a:spcAft>
                  <a:spcPts val="0"/>
                </a:spcAft>
                <a:buNone/>
              </a:pPr>
              <a:r>
                <a:rPr lang="en-US" sz="1900">
                  <a:solidFill>
                    <a:schemeClr val="dk1"/>
                  </a:solidFill>
                  <a:latin typeface="Times New Roman" panose="02020603050405020304"/>
                  <a:ea typeface="Times New Roman" panose="02020603050405020304"/>
                  <a:cs typeface="Times New Roman" panose="02020603050405020304"/>
                  <a:sym typeface="Times New Roman" panose="02020603050405020304"/>
                </a:rPr>
                <a:t>Method of resolution</a:t>
              </a:r>
              <a:endParaRPr sz="19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59" name="Google Shape;859;p71"/>
            <p:cNvSpPr/>
            <p:nvPr/>
          </p:nvSpPr>
          <p:spPr>
            <a:xfrm>
              <a:off x="5315256" y="2150298"/>
              <a:ext cx="2731766" cy="1077759"/>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0" name="Google Shape;860;p71"/>
            <p:cNvSpPr txBox="1"/>
            <p:nvPr/>
          </p:nvSpPr>
          <p:spPr>
            <a:xfrm>
              <a:off x="5315256" y="2150298"/>
              <a:ext cx="2731766" cy="107775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1" name="Google Shape;861;p71"/>
            <p:cNvSpPr/>
            <p:nvPr/>
          </p:nvSpPr>
          <p:spPr>
            <a:xfrm>
              <a:off x="5497834" y="2323747"/>
              <a:ext cx="2731766" cy="1077759"/>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2" name="Google Shape;862;p71"/>
            <p:cNvSpPr txBox="1"/>
            <p:nvPr/>
          </p:nvSpPr>
          <p:spPr>
            <a:xfrm>
              <a:off x="5497834" y="2323747"/>
              <a:ext cx="2731766" cy="1077759"/>
            </a:xfrm>
            <a:prstGeom prst="rect">
              <a:avLst/>
            </a:prstGeom>
            <a:noFill/>
            <a:ln>
              <a:noFill/>
            </a:ln>
          </p:spPr>
          <p:txBody>
            <a:bodyPr spcFirstLastPara="1" wrap="square" lIns="72375" tIns="72375" rIns="72375" bIns="72375" anchor="ctr" anchorCtr="0">
              <a:noAutofit/>
            </a:bodyPr>
            <a:lstStyle/>
            <a:p>
              <a:pPr marL="0" marR="0" lvl="0" indent="0" algn="ctr" rtl="0">
                <a:lnSpc>
                  <a:spcPct val="100000"/>
                </a:lnSpc>
                <a:spcBef>
                  <a:spcPts val="0"/>
                </a:spcBef>
                <a:spcAft>
                  <a:spcPts val="0"/>
                </a:spcAft>
                <a:buNone/>
              </a:pPr>
              <a:r>
                <a:rPr lang="en-US" sz="1900">
                  <a:solidFill>
                    <a:schemeClr val="dk1"/>
                  </a:solidFill>
                  <a:latin typeface="Times New Roman" panose="02020603050405020304"/>
                  <a:ea typeface="Times New Roman" panose="02020603050405020304"/>
                  <a:cs typeface="Times New Roman" panose="02020603050405020304"/>
                  <a:sym typeface="Times New Roman" panose="02020603050405020304"/>
                </a:rPr>
                <a:t>Method of resolution</a:t>
              </a:r>
              <a:endParaRPr sz="1900">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863" name="Google Shape;863;p7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864" name="Google Shape;864;p7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65" name="Google Shape;865;p7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869" name="Shape 869"/>
        <p:cNvGrpSpPr/>
        <p:nvPr/>
      </p:nvGrpSpPr>
      <p:grpSpPr>
        <a:xfrm>
          <a:off x="0" y="0"/>
          <a:ext cx="0" cy="0"/>
          <a:chOff x="0" y="0"/>
          <a:chExt cx="0" cy="0"/>
        </a:xfrm>
      </p:grpSpPr>
      <p:sp>
        <p:nvSpPr>
          <p:cNvPr id="870" name="Google Shape;870;p72"/>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Parallelogram law of forces</a:t>
            </a:r>
            <a:endParaRPr b="1">
              <a:latin typeface="Times New Roman" panose="02020603050405020304"/>
              <a:ea typeface="Times New Roman" panose="02020603050405020304"/>
              <a:cs typeface="Times New Roman" panose="02020603050405020304"/>
              <a:sym typeface="Times New Roman" panose="02020603050405020304"/>
            </a:endParaRPr>
          </a:p>
        </p:txBody>
      </p:sp>
      <p:sp>
        <p:nvSpPr>
          <p:cNvPr id="871" name="Google Shape;871;p72"/>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3200"/>
              <a:buChar char="•"/>
            </a:pPr>
            <a:r>
              <a:rPr lang="en-US">
                <a:latin typeface="Times New Roman" panose="02020603050405020304"/>
                <a:ea typeface="Times New Roman" panose="02020603050405020304"/>
                <a:cs typeface="Times New Roman" panose="02020603050405020304"/>
                <a:sym typeface="Times New Roman" panose="02020603050405020304"/>
              </a:rPr>
              <a:t>Parallelogram law of forces states that if two forces acting simultaneously on a particle are represented in magnitude and direction by the two adjacent sides of a parallelogram, then their resultant is represented in magnitude and direction by the diagonal of the parallelogram passing through their point of intersection.</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872" name="Google Shape;872;p7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873" name="Google Shape;873;p7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74" name="Google Shape;874;p7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878" name="Shape 878"/>
        <p:cNvGrpSpPr/>
        <p:nvPr/>
      </p:nvGrpSpPr>
      <p:grpSpPr>
        <a:xfrm>
          <a:off x="0" y="0"/>
          <a:ext cx="0" cy="0"/>
          <a:chOff x="0" y="0"/>
          <a:chExt cx="0" cy="0"/>
        </a:xfrm>
      </p:grpSpPr>
      <p:sp>
        <p:nvSpPr>
          <p:cNvPr id="879" name="Google Shape;879;p73"/>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p>
        </p:txBody>
      </p:sp>
      <p:pic>
        <p:nvPicPr>
          <p:cNvPr id="880" name="Google Shape;880;p73"/>
          <p:cNvPicPr preferRelativeResize="0"/>
          <p:nvPr>
            <p:ph type="body" idx="1"/>
          </p:nvPr>
        </p:nvPicPr>
        <p:blipFill rotWithShape="1">
          <a:blip r:embed="rId1"/>
          <a:srcRect/>
          <a:stretch>
            <a:fillRect/>
          </a:stretch>
        </p:blipFill>
        <p:spPr>
          <a:xfrm>
            <a:off x="228600" y="685800"/>
            <a:ext cx="8001000" cy="4602368"/>
          </a:xfrm>
          <a:prstGeom prst="rect">
            <a:avLst/>
          </a:prstGeom>
          <a:noFill/>
          <a:ln>
            <a:noFill/>
          </a:ln>
        </p:spPr>
      </p:pic>
      <p:sp>
        <p:nvSpPr>
          <p:cNvPr id="881" name="Google Shape;881;p73"/>
          <p:cNvSpPr/>
          <p:nvPr/>
        </p:nvSpPr>
        <p:spPr>
          <a:xfrm>
            <a:off x="2892136" y="4038600"/>
            <a:ext cx="917864" cy="304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rgbClr val="000000"/>
                </a:solidFill>
                <a:latin typeface="Calibri" panose="020F0502020204030204"/>
                <a:ea typeface="Calibri" panose="020F0502020204030204"/>
                <a:cs typeface="Calibri" panose="020F0502020204030204"/>
                <a:sym typeface="Calibri" panose="020F0502020204030204"/>
              </a:rPr>
              <a:t>F1</a:t>
            </a: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82" name="Google Shape;882;p73"/>
          <p:cNvSpPr txBox="1"/>
          <p:nvPr/>
        </p:nvSpPr>
        <p:spPr>
          <a:xfrm>
            <a:off x="685800" y="2133600"/>
            <a:ext cx="914400" cy="381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panose="020F0502020204030204"/>
                <a:ea typeface="Calibri" panose="020F0502020204030204"/>
                <a:cs typeface="Calibri" panose="020F0502020204030204"/>
                <a:sym typeface="Calibri" panose="020F0502020204030204"/>
              </a:rPr>
              <a:t>F2</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83" name="Google Shape;883;p73"/>
          <p:cNvSpPr/>
          <p:nvPr/>
        </p:nvSpPr>
        <p:spPr>
          <a:xfrm>
            <a:off x="3048000" y="1752600"/>
            <a:ext cx="1600200" cy="762000"/>
          </a:xfrm>
          <a:prstGeom prst="teardrop">
            <a:avLst>
              <a:gd name="adj" fmla="val 138451"/>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884" name="Google Shape;884;p7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885" name="Google Shape;885;p7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86" name="Google Shape;886;p7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890" name="Shape 890"/>
        <p:cNvGrpSpPr/>
        <p:nvPr/>
      </p:nvGrpSpPr>
      <p:grpSpPr>
        <a:xfrm>
          <a:off x="0" y="0"/>
          <a:ext cx="0" cy="0"/>
          <a:chOff x="0" y="0"/>
          <a:chExt cx="0" cy="0"/>
        </a:xfrm>
      </p:grpSpPr>
      <p:sp>
        <p:nvSpPr>
          <p:cNvPr id="891" name="Google Shape;891;p7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p>
        </p:txBody>
      </p:sp>
      <p:sp>
        <p:nvSpPr>
          <p:cNvPr id="892" name="Google Shape;892;p74"/>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p>
        </p:txBody>
      </p:sp>
      <p:pic>
        <p:nvPicPr>
          <p:cNvPr id="893" name="Google Shape;893;p74"/>
          <p:cNvPicPr preferRelativeResize="0"/>
          <p:nvPr/>
        </p:nvPicPr>
        <p:blipFill rotWithShape="1">
          <a:blip r:embed="rId1"/>
          <a:srcRect/>
          <a:stretch>
            <a:fillRect/>
          </a:stretch>
        </p:blipFill>
        <p:spPr>
          <a:xfrm>
            <a:off x="304799" y="609600"/>
            <a:ext cx="8787027" cy="5334000"/>
          </a:xfrm>
          <a:prstGeom prst="rect">
            <a:avLst/>
          </a:prstGeom>
          <a:noFill/>
          <a:ln>
            <a:noFill/>
          </a:ln>
        </p:spPr>
      </p:pic>
      <p:sp>
        <p:nvSpPr>
          <p:cNvPr id="894" name="Google Shape;894;p7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895" name="Google Shape;895;p7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96" name="Google Shape;896;p7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900" name="Shape 900"/>
        <p:cNvGrpSpPr/>
        <p:nvPr/>
      </p:nvGrpSpPr>
      <p:grpSpPr>
        <a:xfrm>
          <a:off x="0" y="0"/>
          <a:ext cx="0" cy="0"/>
          <a:chOff x="0" y="0"/>
          <a:chExt cx="0" cy="0"/>
        </a:xfrm>
      </p:grpSpPr>
      <p:sp>
        <p:nvSpPr>
          <p:cNvPr id="901" name="Google Shape;901;p75"/>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Triangle law of forces</a:t>
            </a:r>
            <a:endParaRPr b="1">
              <a:latin typeface="Times New Roman" panose="02020603050405020304"/>
              <a:ea typeface="Times New Roman" panose="02020603050405020304"/>
              <a:cs typeface="Times New Roman" panose="02020603050405020304"/>
              <a:sym typeface="Times New Roman" panose="02020603050405020304"/>
            </a:endParaRPr>
          </a:p>
        </p:txBody>
      </p:sp>
      <p:sp>
        <p:nvSpPr>
          <p:cNvPr id="902" name="Google Shape;902;p75"/>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3200"/>
              <a:buChar char="•"/>
            </a:pPr>
            <a:r>
              <a:rPr lang="en-US">
                <a:latin typeface="Times New Roman" panose="02020603050405020304"/>
                <a:ea typeface="Times New Roman" panose="02020603050405020304"/>
                <a:cs typeface="Times New Roman" panose="02020603050405020304"/>
                <a:sym typeface="Times New Roman" panose="02020603050405020304"/>
              </a:rPr>
              <a:t>Triangle law of forces states that if two forces acting simultaneously on a particle are represented in magnitude and direction by the two sides of a triangle taken in order, then their resultant is represented in magnitude and direction by the third side of the triangle taken in opposite order.</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903" name="Google Shape;903;p7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904" name="Google Shape;904;p7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905" name="Google Shape;905;p7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909" name="Shape 909"/>
        <p:cNvGrpSpPr/>
        <p:nvPr/>
      </p:nvGrpSpPr>
      <p:grpSpPr>
        <a:xfrm>
          <a:off x="0" y="0"/>
          <a:ext cx="0" cy="0"/>
          <a:chOff x="0" y="0"/>
          <a:chExt cx="0" cy="0"/>
        </a:xfrm>
      </p:grpSpPr>
      <p:sp>
        <p:nvSpPr>
          <p:cNvPr id="910" name="Google Shape;910;p7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p>
        </p:txBody>
      </p:sp>
      <p:pic>
        <p:nvPicPr>
          <p:cNvPr id="911" name="Google Shape;911;p76" descr="trian.jpg"/>
          <p:cNvPicPr preferRelativeResize="0"/>
          <p:nvPr>
            <p:ph type="body" idx="1"/>
          </p:nvPr>
        </p:nvPicPr>
        <p:blipFill rotWithShape="1">
          <a:blip r:embed="rId1"/>
          <a:srcRect t="42029"/>
          <a:stretch>
            <a:fillRect/>
          </a:stretch>
        </p:blipFill>
        <p:spPr>
          <a:xfrm>
            <a:off x="228600" y="1295400"/>
            <a:ext cx="6248400" cy="3783791"/>
          </a:xfrm>
          <a:prstGeom prst="rect">
            <a:avLst/>
          </a:prstGeom>
          <a:noFill/>
          <a:ln>
            <a:noFill/>
          </a:ln>
        </p:spPr>
      </p:pic>
      <p:sp>
        <p:nvSpPr>
          <p:cNvPr id="912" name="Google Shape;912;p76"/>
          <p:cNvSpPr/>
          <p:nvPr/>
        </p:nvSpPr>
        <p:spPr>
          <a:xfrm>
            <a:off x="2743200" y="1219200"/>
            <a:ext cx="1143000" cy="6096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913" name="Google Shape;913;p7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914" name="Google Shape;914;p7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915" name="Google Shape;915;p7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919" name="Shape 919"/>
        <p:cNvGrpSpPr/>
        <p:nvPr/>
      </p:nvGrpSpPr>
      <p:grpSpPr>
        <a:xfrm>
          <a:off x="0" y="0"/>
          <a:ext cx="0" cy="0"/>
          <a:chOff x="0" y="0"/>
          <a:chExt cx="0" cy="0"/>
        </a:xfrm>
      </p:grpSpPr>
      <p:sp>
        <p:nvSpPr>
          <p:cNvPr id="920" name="Google Shape;920;p7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p>
        </p:txBody>
      </p:sp>
      <p:pic>
        <p:nvPicPr>
          <p:cNvPr id="921" name="Google Shape;921;p77"/>
          <p:cNvPicPr preferRelativeResize="0"/>
          <p:nvPr>
            <p:ph type="body" idx="1"/>
          </p:nvPr>
        </p:nvPicPr>
        <p:blipFill rotWithShape="1">
          <a:blip r:embed="rId1"/>
          <a:srcRect/>
          <a:stretch>
            <a:fillRect/>
          </a:stretch>
        </p:blipFill>
        <p:spPr>
          <a:xfrm>
            <a:off x="0" y="0"/>
            <a:ext cx="9144000" cy="6858000"/>
          </a:xfrm>
          <a:prstGeom prst="rect">
            <a:avLst/>
          </a:prstGeom>
          <a:noFill/>
          <a:ln>
            <a:noFill/>
          </a:ln>
        </p:spPr>
      </p:pic>
      <p:sp>
        <p:nvSpPr>
          <p:cNvPr id="922" name="Google Shape;922;p7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923" name="Google Shape;923;p7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924" name="Google Shape;924;p7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928" name="Shape 928"/>
        <p:cNvGrpSpPr/>
        <p:nvPr/>
      </p:nvGrpSpPr>
      <p:grpSpPr>
        <a:xfrm>
          <a:off x="0" y="0"/>
          <a:ext cx="0" cy="0"/>
          <a:chOff x="0" y="0"/>
          <a:chExt cx="0" cy="0"/>
        </a:xfrm>
      </p:grpSpPr>
      <p:sp>
        <p:nvSpPr>
          <p:cNvPr id="929" name="Google Shape;929;p7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p>
        </p:txBody>
      </p:sp>
      <p:pic>
        <p:nvPicPr>
          <p:cNvPr id="930" name="Google Shape;930;p78"/>
          <p:cNvPicPr preferRelativeResize="0"/>
          <p:nvPr>
            <p:ph type="body" idx="1"/>
          </p:nvPr>
        </p:nvPicPr>
        <p:blipFill rotWithShape="1">
          <a:blip r:embed="rId1"/>
          <a:srcRect/>
          <a:stretch>
            <a:fillRect/>
          </a:stretch>
        </p:blipFill>
        <p:spPr>
          <a:xfrm>
            <a:off x="0" y="0"/>
            <a:ext cx="9144000" cy="6719610"/>
          </a:xfrm>
          <a:prstGeom prst="rect">
            <a:avLst/>
          </a:prstGeom>
          <a:noFill/>
          <a:ln>
            <a:noFill/>
          </a:ln>
        </p:spPr>
      </p:pic>
      <p:sp>
        <p:nvSpPr>
          <p:cNvPr id="931" name="Google Shape;931;p7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932" name="Google Shape;932;p7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933" name="Google Shape;933;p7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937" name="Shape 937"/>
        <p:cNvGrpSpPr/>
        <p:nvPr/>
      </p:nvGrpSpPr>
      <p:grpSpPr>
        <a:xfrm>
          <a:off x="0" y="0"/>
          <a:ext cx="0" cy="0"/>
          <a:chOff x="0" y="0"/>
          <a:chExt cx="0" cy="0"/>
        </a:xfrm>
      </p:grpSpPr>
      <p:sp>
        <p:nvSpPr>
          <p:cNvPr id="938" name="Google Shape;938;p79"/>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p>
        </p:txBody>
      </p:sp>
      <p:pic>
        <p:nvPicPr>
          <p:cNvPr id="939" name="Google Shape;939;p79"/>
          <p:cNvPicPr preferRelativeResize="0"/>
          <p:nvPr>
            <p:ph type="body" idx="1"/>
          </p:nvPr>
        </p:nvPicPr>
        <p:blipFill rotWithShape="1">
          <a:blip r:embed="rId1"/>
          <a:srcRect l="4999" r="30833" b="48898"/>
          <a:stretch>
            <a:fillRect/>
          </a:stretch>
        </p:blipFill>
        <p:spPr>
          <a:xfrm>
            <a:off x="0" y="0"/>
            <a:ext cx="8915400" cy="5029200"/>
          </a:xfrm>
          <a:prstGeom prst="rect">
            <a:avLst/>
          </a:prstGeom>
          <a:noFill/>
          <a:ln>
            <a:noFill/>
          </a:ln>
        </p:spPr>
      </p:pic>
      <p:sp>
        <p:nvSpPr>
          <p:cNvPr id="940" name="Google Shape;940;p7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941" name="Google Shape;941;p7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942" name="Google Shape;942;p7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946" name="Shape 946"/>
        <p:cNvGrpSpPr/>
        <p:nvPr/>
      </p:nvGrpSpPr>
      <p:grpSpPr>
        <a:xfrm>
          <a:off x="0" y="0"/>
          <a:ext cx="0" cy="0"/>
          <a:chOff x="0" y="0"/>
          <a:chExt cx="0" cy="0"/>
        </a:xfrm>
      </p:grpSpPr>
      <p:sp>
        <p:nvSpPr>
          <p:cNvPr id="947" name="Google Shape;947;p80"/>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p>
        </p:txBody>
      </p:sp>
      <p:pic>
        <p:nvPicPr>
          <p:cNvPr id="948" name="Google Shape;948;p80"/>
          <p:cNvPicPr preferRelativeResize="0"/>
          <p:nvPr>
            <p:ph type="body" idx="1"/>
          </p:nvPr>
        </p:nvPicPr>
        <p:blipFill rotWithShape="1">
          <a:blip r:embed="rId1"/>
          <a:srcRect r="4318"/>
          <a:stretch>
            <a:fillRect/>
          </a:stretch>
        </p:blipFill>
        <p:spPr>
          <a:xfrm>
            <a:off x="0" y="0"/>
            <a:ext cx="8915400" cy="5715000"/>
          </a:xfrm>
          <a:prstGeom prst="rect">
            <a:avLst/>
          </a:prstGeom>
          <a:noFill/>
          <a:ln>
            <a:noFill/>
          </a:ln>
        </p:spPr>
      </p:pic>
      <p:sp>
        <p:nvSpPr>
          <p:cNvPr id="949" name="Google Shape;949;p8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950" name="Google Shape;950;p8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951" name="Google Shape;951;p8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955" name="Shape 955"/>
        <p:cNvGrpSpPr/>
        <p:nvPr/>
      </p:nvGrpSpPr>
      <p:grpSpPr>
        <a:xfrm>
          <a:off x="0" y="0"/>
          <a:ext cx="0" cy="0"/>
          <a:chOff x="0" y="0"/>
          <a:chExt cx="0" cy="0"/>
        </a:xfrm>
      </p:grpSpPr>
      <p:sp>
        <p:nvSpPr>
          <p:cNvPr id="956" name="Google Shape;956;p8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POLYGON LAW OF FORCES</a:t>
            </a:r>
            <a:br>
              <a:rPr lang="en-US" b="1">
                <a:latin typeface="Times New Roman" panose="02020603050405020304"/>
                <a:ea typeface="Times New Roman" panose="02020603050405020304"/>
                <a:cs typeface="Times New Roman" panose="02020603050405020304"/>
                <a:sym typeface="Times New Roman" panose="02020603050405020304"/>
              </a:rPr>
            </a:br>
            <a:endParaRPr b="1">
              <a:latin typeface="Times New Roman" panose="02020603050405020304"/>
              <a:ea typeface="Times New Roman" panose="02020603050405020304"/>
              <a:cs typeface="Times New Roman" panose="02020603050405020304"/>
              <a:sym typeface="Times New Roman" panose="02020603050405020304"/>
            </a:endParaRPr>
          </a:p>
        </p:txBody>
      </p:sp>
      <p:sp>
        <p:nvSpPr>
          <p:cNvPr id="957" name="Google Shape;957;p81"/>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just" rtl="0">
              <a:spcBef>
                <a:spcPts val="0"/>
              </a:spcBef>
              <a:spcAft>
                <a:spcPts val="0"/>
              </a:spcAft>
              <a:buClr>
                <a:schemeClr val="dk1"/>
              </a:buClr>
              <a:buSzPts val="3200"/>
              <a:buChar char="•"/>
            </a:pPr>
            <a:r>
              <a:rPr lang="en-US">
                <a:latin typeface="Times New Roman" panose="02020603050405020304"/>
                <a:ea typeface="Times New Roman" panose="02020603050405020304"/>
                <a:cs typeface="Times New Roman" panose="02020603050405020304"/>
                <a:sym typeface="Times New Roman" panose="02020603050405020304"/>
              </a:rPr>
              <a:t>It is an extension of Triangle Law of Forces for more than two forces, which states, “</a:t>
            </a: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640"/>
              </a:spcBef>
              <a:spcAft>
                <a:spcPts val="0"/>
              </a:spcAft>
              <a:buClr>
                <a:schemeClr val="dk1"/>
              </a:buClr>
              <a:buSzPts val="3200"/>
              <a:buNone/>
            </a:pPr>
            <a:r>
              <a:rPr lang="en-US">
                <a:latin typeface="Times New Roman" panose="02020603050405020304"/>
                <a:ea typeface="Times New Roman" panose="02020603050405020304"/>
                <a:cs typeface="Times New Roman" panose="02020603050405020304"/>
                <a:sym typeface="Times New Roman" panose="02020603050405020304"/>
              </a:rPr>
              <a:t>“ If a number of forces acting simultaneously on a particle  be represented in magnitude and direction by the sides of a polygon taken in order  then the resultant of all these forces may be represented  in magnitude and direction  by the closing side of the polygon  taken in opposite order”.</a:t>
            </a: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640"/>
              </a:spcBef>
              <a:spcAft>
                <a:spcPts val="0"/>
              </a:spcAft>
              <a:buClr>
                <a:schemeClr val="dk1"/>
              </a:buClr>
              <a:buSzPts val="3200"/>
              <a:buNone/>
            </a:pP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just" rtl="0">
              <a:spcBef>
                <a:spcPts val="640"/>
              </a:spcBef>
              <a:spcAft>
                <a:spcPts val="0"/>
              </a:spcAft>
              <a:buClr>
                <a:schemeClr val="dk1"/>
              </a:buClr>
              <a:buSzPts val="3200"/>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958" name="Google Shape;958;p8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959" name="Google Shape;959;p8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960" name="Google Shape;960;p8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964" name="Shape 964"/>
        <p:cNvGrpSpPr/>
        <p:nvPr/>
      </p:nvGrpSpPr>
      <p:grpSpPr>
        <a:xfrm>
          <a:off x="0" y="0"/>
          <a:ext cx="0" cy="0"/>
          <a:chOff x="0" y="0"/>
          <a:chExt cx="0" cy="0"/>
        </a:xfrm>
      </p:grpSpPr>
      <p:sp>
        <p:nvSpPr>
          <p:cNvPr id="965" name="Google Shape;965;p82"/>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p>
        </p:txBody>
      </p:sp>
      <p:pic>
        <p:nvPicPr>
          <p:cNvPr id="966" name="Google Shape;966;p82" descr="Polygon_law_of_vecto_addition.jpg"/>
          <p:cNvPicPr preferRelativeResize="0"/>
          <p:nvPr>
            <p:ph type="body" idx="1"/>
          </p:nvPr>
        </p:nvPicPr>
        <p:blipFill rotWithShape="1">
          <a:blip r:embed="rId1"/>
          <a:srcRect/>
          <a:stretch>
            <a:fillRect/>
          </a:stretch>
        </p:blipFill>
        <p:spPr>
          <a:xfrm>
            <a:off x="0" y="0"/>
            <a:ext cx="9128910" cy="3352800"/>
          </a:xfrm>
          <a:prstGeom prst="rect">
            <a:avLst/>
          </a:prstGeom>
          <a:noFill/>
          <a:ln>
            <a:noFill/>
          </a:ln>
        </p:spPr>
      </p:pic>
      <p:sp>
        <p:nvSpPr>
          <p:cNvPr id="967" name="Google Shape;967;p8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968" name="Google Shape;968;p8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969" name="Google Shape;969;p8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973" name="Shape 973"/>
        <p:cNvGrpSpPr/>
        <p:nvPr/>
      </p:nvGrpSpPr>
      <p:grpSpPr>
        <a:xfrm>
          <a:off x="0" y="0"/>
          <a:ext cx="0" cy="0"/>
          <a:chOff x="0" y="0"/>
          <a:chExt cx="0" cy="0"/>
        </a:xfrm>
      </p:grpSpPr>
      <p:sp>
        <p:nvSpPr>
          <p:cNvPr id="974" name="Google Shape;974;p83"/>
          <p:cNvSpPr txBox="1"/>
          <p:nvPr>
            <p:ph type="title"/>
          </p:nvPr>
        </p:nvSpPr>
        <p:spPr>
          <a:xfrm>
            <a:off x="0" y="274638"/>
            <a:ext cx="91440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4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Principal of transmissibility of forces</a:t>
            </a:r>
            <a:endParaRPr b="1">
              <a:latin typeface="Times New Roman" panose="02020603050405020304"/>
              <a:ea typeface="Times New Roman" panose="02020603050405020304"/>
              <a:cs typeface="Times New Roman" panose="02020603050405020304"/>
              <a:sym typeface="Times New Roman" panose="02020603050405020304"/>
            </a:endParaRPr>
          </a:p>
        </p:txBody>
      </p:sp>
      <p:sp>
        <p:nvSpPr>
          <p:cNvPr id="975" name="Google Shape;975;p83"/>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4400"/>
              <a:buChar char="•"/>
            </a:pPr>
            <a:r>
              <a:rPr lang="en-US" sz="4400">
                <a:latin typeface="Times New Roman" panose="02020603050405020304"/>
                <a:ea typeface="Times New Roman" panose="02020603050405020304"/>
                <a:cs typeface="Times New Roman" panose="02020603050405020304"/>
                <a:sym typeface="Times New Roman" panose="02020603050405020304"/>
              </a:rPr>
              <a:t>It states that the point of application of a force may be changed to any other point along the line of action of the force without any change in the external effects produced by the force.</a:t>
            </a:r>
            <a:endParaRPr sz="4400">
              <a:latin typeface="Times New Roman" panose="02020603050405020304"/>
              <a:ea typeface="Times New Roman" panose="02020603050405020304"/>
              <a:cs typeface="Times New Roman" panose="02020603050405020304"/>
              <a:sym typeface="Times New Roman" panose="02020603050405020304"/>
            </a:endParaRPr>
          </a:p>
        </p:txBody>
      </p:sp>
      <p:sp>
        <p:nvSpPr>
          <p:cNvPr id="976" name="Google Shape;976;p8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977" name="Google Shape;977;p8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978" name="Google Shape;978;p8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982" name="Shape 982"/>
        <p:cNvGrpSpPr/>
        <p:nvPr/>
      </p:nvGrpSpPr>
      <p:grpSpPr>
        <a:xfrm>
          <a:off x="0" y="0"/>
          <a:ext cx="0" cy="0"/>
          <a:chOff x="0" y="0"/>
          <a:chExt cx="0" cy="0"/>
        </a:xfrm>
      </p:grpSpPr>
      <p:sp>
        <p:nvSpPr>
          <p:cNvPr id="983" name="Google Shape;983;p8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panose="02020603050405020304"/>
              <a:buNone/>
            </a:pPr>
            <a:r>
              <a:rPr lang="en-US">
                <a:latin typeface="Times New Roman" panose="02020603050405020304"/>
                <a:ea typeface="Times New Roman" panose="02020603050405020304"/>
                <a:cs typeface="Times New Roman" panose="02020603050405020304"/>
                <a:sym typeface="Times New Roman" panose="02020603050405020304"/>
              </a:rPr>
              <a:t>Principle of transmissibility</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984" name="Google Shape;984;p84"/>
          <p:cNvSpPr/>
          <p:nvPr/>
        </p:nvSpPr>
        <p:spPr>
          <a:xfrm>
            <a:off x="762000" y="2667000"/>
            <a:ext cx="2743200" cy="1838325"/>
          </a:xfrm>
          <a:custGeom>
            <a:avLst/>
            <a:gdLst/>
            <a:ahLst/>
            <a:cxnLst/>
            <a:rect l="l" t="t" r="r" b="b"/>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BE7D"/>
          </a:solidFill>
          <a:ln w="9525" cap="flat" cmpd="sng">
            <a:solidFill>
              <a:srgbClr val="000000"/>
            </a:solidFill>
            <a:prstDash val="solid"/>
            <a:miter lim="800000"/>
            <a:headEnd type="none" w="sm" len="sm"/>
            <a:tailEnd type="none" w="sm" len="sm"/>
          </a:ln>
          <a:effectLst>
            <a:outerShdw dist="107763" dir="2700000" algn="ctr" rotWithShape="0">
              <a:srgbClr val="808080"/>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85" name="Google Shape;985;p84"/>
          <p:cNvSpPr/>
          <p:nvPr/>
        </p:nvSpPr>
        <p:spPr>
          <a:xfrm>
            <a:off x="5181600" y="2819400"/>
            <a:ext cx="2743200" cy="1838325"/>
          </a:xfrm>
          <a:custGeom>
            <a:avLst/>
            <a:gdLst/>
            <a:ahLst/>
            <a:cxnLst/>
            <a:rect l="l" t="t" r="r" b="b"/>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BE7D"/>
          </a:solidFill>
          <a:ln w="9525" cap="flat" cmpd="sng">
            <a:solidFill>
              <a:srgbClr val="000000"/>
            </a:solidFill>
            <a:prstDash val="solid"/>
            <a:miter lim="800000"/>
            <a:headEnd type="none" w="sm" len="sm"/>
            <a:tailEnd type="none" w="sm" len="sm"/>
          </a:ln>
          <a:effectLst>
            <a:outerShdw dist="107763" dir="2700000" algn="ctr" rotWithShape="0">
              <a:srgbClr val="808080"/>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86" name="Google Shape;986;p84"/>
          <p:cNvSpPr txBox="1"/>
          <p:nvPr/>
        </p:nvSpPr>
        <p:spPr>
          <a:xfrm>
            <a:off x="4098925" y="3317875"/>
            <a:ext cx="35560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panose="020F0502020204030204"/>
                <a:ea typeface="Calibri" panose="020F0502020204030204"/>
                <a:cs typeface="Calibri" panose="020F0502020204030204"/>
                <a:sym typeface="Calibri" panose="020F0502020204030204"/>
              </a:rPr>
              <a:t>=</a:t>
            </a:r>
            <a:endParaRPr sz="2400">
              <a:solidFill>
                <a:schemeClr val="dk1"/>
              </a:solidFill>
              <a:latin typeface="Calibri" panose="020F0502020204030204"/>
              <a:ea typeface="Calibri" panose="020F0502020204030204"/>
              <a:cs typeface="Calibri" panose="020F0502020204030204"/>
              <a:sym typeface="Calibri" panose="020F0502020204030204"/>
            </a:endParaRPr>
          </a:p>
        </p:txBody>
      </p:sp>
      <p:cxnSp>
        <p:nvCxnSpPr>
          <p:cNvPr id="987" name="Google Shape;987;p84"/>
          <p:cNvCxnSpPr/>
          <p:nvPr/>
        </p:nvCxnSpPr>
        <p:spPr>
          <a:xfrm rot="10800000" flipH="1">
            <a:off x="990600" y="2362200"/>
            <a:ext cx="2590800" cy="2057400"/>
          </a:xfrm>
          <a:prstGeom prst="straightConnector1">
            <a:avLst/>
          </a:prstGeom>
          <a:noFill/>
          <a:ln w="15875" cap="flat" cmpd="sng">
            <a:solidFill>
              <a:schemeClr val="dk1"/>
            </a:solidFill>
            <a:prstDash val="dot"/>
            <a:round/>
            <a:headEnd type="none" w="sm" len="sm"/>
            <a:tailEnd type="none" w="sm" len="sm"/>
          </a:ln>
        </p:spPr>
      </p:cxnSp>
      <p:cxnSp>
        <p:nvCxnSpPr>
          <p:cNvPr id="988" name="Google Shape;988;p84"/>
          <p:cNvCxnSpPr/>
          <p:nvPr/>
        </p:nvCxnSpPr>
        <p:spPr>
          <a:xfrm rot="10800000" flipH="1">
            <a:off x="2209800" y="2914650"/>
            <a:ext cx="685800" cy="533400"/>
          </a:xfrm>
          <a:prstGeom prst="straightConnector1">
            <a:avLst/>
          </a:prstGeom>
          <a:noFill/>
          <a:ln w="38100" cap="flat" cmpd="sng">
            <a:solidFill>
              <a:schemeClr val="accent2"/>
            </a:solidFill>
            <a:prstDash val="solid"/>
            <a:round/>
            <a:headEnd type="none" w="sm" len="sm"/>
            <a:tailEnd type="triangle" w="med" len="med"/>
          </a:ln>
        </p:spPr>
      </p:cxnSp>
      <p:cxnSp>
        <p:nvCxnSpPr>
          <p:cNvPr id="989" name="Google Shape;989;p84"/>
          <p:cNvCxnSpPr/>
          <p:nvPr/>
        </p:nvCxnSpPr>
        <p:spPr>
          <a:xfrm rot="10800000" flipH="1">
            <a:off x="5257800" y="2743200"/>
            <a:ext cx="2590800" cy="2057400"/>
          </a:xfrm>
          <a:prstGeom prst="straightConnector1">
            <a:avLst/>
          </a:prstGeom>
          <a:noFill/>
          <a:ln w="15875" cap="flat" cmpd="sng">
            <a:solidFill>
              <a:schemeClr val="dk1"/>
            </a:solidFill>
            <a:prstDash val="dot"/>
            <a:round/>
            <a:headEnd type="none" w="sm" len="sm"/>
            <a:tailEnd type="none" w="sm" len="sm"/>
          </a:ln>
        </p:spPr>
      </p:cxnSp>
      <p:cxnSp>
        <p:nvCxnSpPr>
          <p:cNvPr id="990" name="Google Shape;990;p84"/>
          <p:cNvCxnSpPr/>
          <p:nvPr/>
        </p:nvCxnSpPr>
        <p:spPr>
          <a:xfrm rot="10800000" flipH="1">
            <a:off x="5867400" y="3781425"/>
            <a:ext cx="685800" cy="533400"/>
          </a:xfrm>
          <a:prstGeom prst="straightConnector1">
            <a:avLst/>
          </a:prstGeom>
          <a:noFill/>
          <a:ln w="38100" cap="flat" cmpd="sng">
            <a:solidFill>
              <a:schemeClr val="accent2"/>
            </a:solidFill>
            <a:prstDash val="solid"/>
            <a:round/>
            <a:headEnd type="none" w="sm" len="sm"/>
            <a:tailEnd type="triangle" w="med" len="med"/>
          </a:ln>
        </p:spPr>
      </p:cxnSp>
      <p:sp>
        <p:nvSpPr>
          <p:cNvPr id="991" name="Google Shape;991;p84"/>
          <p:cNvSpPr txBox="1"/>
          <p:nvPr/>
        </p:nvSpPr>
        <p:spPr>
          <a:xfrm>
            <a:off x="2514600" y="3200400"/>
            <a:ext cx="354013"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a:solidFill>
                  <a:schemeClr val="dk1"/>
                </a:solidFill>
                <a:latin typeface="Calibri" panose="020F0502020204030204"/>
                <a:ea typeface="Calibri" panose="020F0502020204030204"/>
                <a:cs typeface="Calibri" panose="020F0502020204030204"/>
                <a:sym typeface="Calibri" panose="020F0502020204030204"/>
              </a:rPr>
              <a:t>F</a:t>
            </a:r>
            <a:endParaRPr sz="2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92" name="Google Shape;992;p84"/>
          <p:cNvSpPr txBox="1"/>
          <p:nvPr/>
        </p:nvSpPr>
        <p:spPr>
          <a:xfrm>
            <a:off x="6248400" y="4038600"/>
            <a:ext cx="455613"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a:solidFill>
                  <a:schemeClr val="dk1"/>
                </a:solidFill>
                <a:latin typeface="Calibri" panose="020F0502020204030204"/>
                <a:ea typeface="Calibri" panose="020F0502020204030204"/>
                <a:cs typeface="Calibri" panose="020F0502020204030204"/>
                <a:sym typeface="Calibri" panose="020F0502020204030204"/>
              </a:rPr>
              <a:t>F</a:t>
            </a:r>
            <a:r>
              <a:rPr lang="en-US" sz="2400">
                <a:solidFill>
                  <a:schemeClr val="dk1"/>
                </a:solidFill>
                <a:latin typeface="Calibri" panose="020F0502020204030204"/>
                <a:ea typeface="Calibri" panose="020F0502020204030204"/>
                <a:cs typeface="Calibri" panose="020F0502020204030204"/>
                <a:sym typeface="Calibri" panose="020F0502020204030204"/>
              </a:rPr>
              <a:t>’</a:t>
            </a:r>
            <a:endParaRPr sz="2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93" name="Google Shape;993;p84"/>
          <p:cNvSpPr txBox="1"/>
          <p:nvPr/>
        </p:nvSpPr>
        <p:spPr>
          <a:xfrm>
            <a:off x="517525" y="5222875"/>
            <a:ext cx="8245475"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a:solidFill>
                  <a:schemeClr val="dk1"/>
                </a:solidFill>
                <a:latin typeface="Times New Roman" panose="02020603050405020304"/>
                <a:ea typeface="Times New Roman" panose="02020603050405020304"/>
                <a:cs typeface="Times New Roman" panose="02020603050405020304"/>
                <a:sym typeface="Times New Roman" panose="02020603050405020304"/>
              </a:rPr>
              <a:t>F</a:t>
            </a: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and </a:t>
            </a:r>
            <a:r>
              <a:rPr lang="en-US" sz="2400" u="sng">
                <a:solidFill>
                  <a:schemeClr val="dk1"/>
                </a:solidFill>
                <a:latin typeface="Times New Roman" panose="02020603050405020304"/>
                <a:ea typeface="Times New Roman" panose="02020603050405020304"/>
                <a:cs typeface="Times New Roman" panose="02020603050405020304"/>
                <a:sym typeface="Times New Roman" panose="02020603050405020304"/>
              </a:rPr>
              <a:t>F</a:t>
            </a: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have the same effect if their magnitude , direction and line of action are the same. Based on experimental evidence.</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94" name="Google Shape;994;p8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995" name="Google Shape;995;p8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996" name="Google Shape;996;p8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000" name="Shape 1000"/>
        <p:cNvGrpSpPr/>
        <p:nvPr/>
      </p:nvGrpSpPr>
      <p:grpSpPr>
        <a:xfrm>
          <a:off x="0" y="0"/>
          <a:ext cx="0" cy="0"/>
          <a:chOff x="0" y="0"/>
          <a:chExt cx="0" cy="0"/>
        </a:xfrm>
      </p:grpSpPr>
      <p:sp>
        <p:nvSpPr>
          <p:cNvPr id="1001" name="Google Shape;1001;p85"/>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panose="02020603050405020304"/>
              <a:buNone/>
            </a:pPr>
            <a:r>
              <a:rPr lang="en-US">
                <a:latin typeface="Times New Roman" panose="02020603050405020304"/>
                <a:ea typeface="Times New Roman" panose="02020603050405020304"/>
                <a:cs typeface="Times New Roman" panose="02020603050405020304"/>
                <a:sym typeface="Times New Roman" panose="02020603050405020304"/>
              </a:rPr>
              <a:t>Principle of transmissibility</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1002" name="Google Shape;1002;p85"/>
          <p:cNvSpPr/>
          <p:nvPr/>
        </p:nvSpPr>
        <p:spPr>
          <a:xfrm>
            <a:off x="495300" y="3124200"/>
            <a:ext cx="2057400" cy="1371600"/>
          </a:xfrm>
          <a:prstGeom prst="rect">
            <a:avLst/>
          </a:prstGeom>
          <a:gradFill>
            <a:gsLst>
              <a:gs pos="0">
                <a:srgbClr val="375A85"/>
              </a:gs>
              <a:gs pos="100000">
                <a:schemeClr val="accent1"/>
              </a:gs>
            </a:gsLst>
            <a:lin ang="54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03" name="Google Shape;1003;p85"/>
          <p:cNvSpPr/>
          <p:nvPr/>
        </p:nvSpPr>
        <p:spPr>
          <a:xfrm>
            <a:off x="2552700" y="3810000"/>
            <a:ext cx="381000" cy="2286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04" name="Google Shape;1004;p85"/>
          <p:cNvSpPr/>
          <p:nvPr/>
        </p:nvSpPr>
        <p:spPr>
          <a:xfrm>
            <a:off x="2552700" y="4038600"/>
            <a:ext cx="914400" cy="457200"/>
          </a:xfrm>
          <a:prstGeom prst="rect">
            <a:avLst/>
          </a:prstGeom>
          <a:gradFill>
            <a:gsLst>
              <a:gs pos="0">
                <a:schemeClr val="accent1"/>
              </a:gs>
              <a:gs pos="100000">
                <a:srgbClr val="375A85"/>
              </a:gs>
            </a:gsLst>
            <a:lin ang="54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05" name="Google Shape;1005;p85"/>
          <p:cNvSpPr/>
          <p:nvPr/>
        </p:nvSpPr>
        <p:spPr>
          <a:xfrm>
            <a:off x="647700" y="4267200"/>
            <a:ext cx="609600" cy="6096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06" name="Google Shape;1006;p85"/>
          <p:cNvSpPr/>
          <p:nvPr/>
        </p:nvSpPr>
        <p:spPr>
          <a:xfrm>
            <a:off x="2628900" y="4276725"/>
            <a:ext cx="609600" cy="6096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cxnSp>
        <p:nvCxnSpPr>
          <p:cNvPr id="1007" name="Google Shape;1007;p85"/>
          <p:cNvCxnSpPr/>
          <p:nvPr/>
        </p:nvCxnSpPr>
        <p:spPr>
          <a:xfrm>
            <a:off x="3467100" y="4267200"/>
            <a:ext cx="552450" cy="0"/>
          </a:xfrm>
          <a:prstGeom prst="straightConnector1">
            <a:avLst/>
          </a:prstGeom>
          <a:noFill/>
          <a:ln w="57150" cap="flat" cmpd="thinThick">
            <a:solidFill>
              <a:schemeClr val="dk1"/>
            </a:solidFill>
            <a:prstDash val="solid"/>
            <a:round/>
            <a:headEnd type="none" w="sm" len="sm"/>
            <a:tailEnd type="stealth" w="med" len="med"/>
          </a:ln>
        </p:spPr>
      </p:cxnSp>
      <p:cxnSp>
        <p:nvCxnSpPr>
          <p:cNvPr id="1008" name="Google Shape;1008;p85"/>
          <p:cNvCxnSpPr/>
          <p:nvPr/>
        </p:nvCxnSpPr>
        <p:spPr>
          <a:xfrm>
            <a:off x="1562100" y="3962400"/>
            <a:ext cx="0" cy="1219200"/>
          </a:xfrm>
          <a:prstGeom prst="straightConnector1">
            <a:avLst/>
          </a:prstGeom>
          <a:noFill/>
          <a:ln w="9525" cap="flat" cmpd="sng">
            <a:solidFill>
              <a:schemeClr val="dk1"/>
            </a:solidFill>
            <a:prstDash val="solid"/>
            <a:round/>
            <a:headEnd type="none" w="sm" len="sm"/>
            <a:tailEnd type="triangle" w="med" len="med"/>
          </a:ln>
        </p:spPr>
      </p:cxnSp>
      <p:sp>
        <p:nvSpPr>
          <p:cNvPr id="1009" name="Google Shape;1009;p85"/>
          <p:cNvSpPr txBox="1"/>
          <p:nvPr/>
        </p:nvSpPr>
        <p:spPr>
          <a:xfrm>
            <a:off x="1622425" y="4765675"/>
            <a:ext cx="471488"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a:solidFill>
                  <a:schemeClr val="dk1"/>
                </a:solidFill>
                <a:latin typeface="Calibri" panose="020F0502020204030204"/>
                <a:ea typeface="Calibri" panose="020F0502020204030204"/>
                <a:cs typeface="Calibri" panose="020F0502020204030204"/>
                <a:sym typeface="Calibri" panose="020F0502020204030204"/>
              </a:rPr>
              <a:t>W</a:t>
            </a:r>
            <a:endParaRPr sz="2400">
              <a:solidFill>
                <a:schemeClr val="dk1"/>
              </a:solidFill>
              <a:latin typeface="Calibri" panose="020F0502020204030204"/>
              <a:ea typeface="Calibri" panose="020F0502020204030204"/>
              <a:cs typeface="Calibri" panose="020F0502020204030204"/>
              <a:sym typeface="Calibri" panose="020F0502020204030204"/>
            </a:endParaRPr>
          </a:p>
        </p:txBody>
      </p:sp>
      <p:cxnSp>
        <p:nvCxnSpPr>
          <p:cNvPr id="1010" name="Google Shape;1010;p85"/>
          <p:cNvCxnSpPr/>
          <p:nvPr/>
        </p:nvCxnSpPr>
        <p:spPr>
          <a:xfrm>
            <a:off x="952500" y="4876800"/>
            <a:ext cx="0" cy="533400"/>
          </a:xfrm>
          <a:prstGeom prst="straightConnector1">
            <a:avLst/>
          </a:prstGeom>
          <a:noFill/>
          <a:ln w="9525" cap="flat" cmpd="sng">
            <a:solidFill>
              <a:schemeClr val="dk1"/>
            </a:solidFill>
            <a:prstDash val="solid"/>
            <a:round/>
            <a:headEnd type="triangle" w="med" len="med"/>
            <a:tailEnd type="none" w="sm" len="sm"/>
          </a:ln>
        </p:spPr>
      </p:cxnSp>
      <p:cxnSp>
        <p:nvCxnSpPr>
          <p:cNvPr id="1011" name="Google Shape;1011;p85"/>
          <p:cNvCxnSpPr/>
          <p:nvPr/>
        </p:nvCxnSpPr>
        <p:spPr>
          <a:xfrm>
            <a:off x="2914650" y="4910138"/>
            <a:ext cx="0" cy="533400"/>
          </a:xfrm>
          <a:prstGeom prst="straightConnector1">
            <a:avLst/>
          </a:prstGeom>
          <a:noFill/>
          <a:ln w="9525" cap="flat" cmpd="sng">
            <a:solidFill>
              <a:schemeClr val="dk1"/>
            </a:solidFill>
            <a:prstDash val="solid"/>
            <a:round/>
            <a:headEnd type="triangle" w="med" len="med"/>
            <a:tailEnd type="none" w="sm" len="sm"/>
          </a:ln>
        </p:spPr>
      </p:cxnSp>
      <p:cxnSp>
        <p:nvCxnSpPr>
          <p:cNvPr id="1012" name="Google Shape;1012;p85"/>
          <p:cNvCxnSpPr/>
          <p:nvPr/>
        </p:nvCxnSpPr>
        <p:spPr>
          <a:xfrm>
            <a:off x="419100" y="4876800"/>
            <a:ext cx="3752850" cy="0"/>
          </a:xfrm>
          <a:prstGeom prst="straightConnector1">
            <a:avLst/>
          </a:prstGeom>
          <a:noFill/>
          <a:ln w="9525" cap="flat" cmpd="sng">
            <a:solidFill>
              <a:schemeClr val="dk1"/>
            </a:solidFill>
            <a:prstDash val="solid"/>
            <a:round/>
            <a:headEnd type="none" w="sm" len="sm"/>
            <a:tailEnd type="none" w="sm" len="sm"/>
          </a:ln>
        </p:spPr>
      </p:cxnSp>
      <p:sp>
        <p:nvSpPr>
          <p:cNvPr id="1013" name="Google Shape;1013;p85"/>
          <p:cNvSpPr txBox="1"/>
          <p:nvPr/>
        </p:nvSpPr>
        <p:spPr>
          <a:xfrm>
            <a:off x="631825" y="5222875"/>
            <a:ext cx="5397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a:solidFill>
                  <a:schemeClr val="dk1"/>
                </a:solidFill>
                <a:latin typeface="Calibri" panose="020F0502020204030204"/>
                <a:ea typeface="Calibri" panose="020F0502020204030204"/>
                <a:cs typeface="Calibri" panose="020F0502020204030204"/>
                <a:sym typeface="Calibri" panose="020F0502020204030204"/>
              </a:rPr>
              <a:t>R</a:t>
            </a:r>
            <a:r>
              <a:rPr lang="en-US" sz="2400">
                <a:solidFill>
                  <a:schemeClr val="dk1"/>
                </a:solidFill>
                <a:latin typeface="Calibri" panose="020F0502020204030204"/>
                <a:ea typeface="Calibri" panose="020F0502020204030204"/>
                <a:cs typeface="Calibri" panose="020F0502020204030204"/>
                <a:sym typeface="Calibri" panose="020F0502020204030204"/>
              </a:rPr>
              <a:t>1</a:t>
            </a:r>
            <a:endParaRPr sz="2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14" name="Google Shape;1014;p85"/>
          <p:cNvSpPr txBox="1"/>
          <p:nvPr/>
        </p:nvSpPr>
        <p:spPr>
          <a:xfrm>
            <a:off x="2689225" y="5222875"/>
            <a:ext cx="5397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a:solidFill>
                  <a:schemeClr val="dk1"/>
                </a:solidFill>
                <a:latin typeface="Calibri" panose="020F0502020204030204"/>
                <a:ea typeface="Calibri" panose="020F0502020204030204"/>
                <a:cs typeface="Calibri" panose="020F0502020204030204"/>
                <a:sym typeface="Calibri" panose="020F0502020204030204"/>
              </a:rPr>
              <a:t>R</a:t>
            </a:r>
            <a:r>
              <a:rPr lang="en-US" sz="2400">
                <a:solidFill>
                  <a:schemeClr val="dk1"/>
                </a:solidFill>
                <a:latin typeface="Calibri" panose="020F0502020204030204"/>
                <a:ea typeface="Calibri" panose="020F0502020204030204"/>
                <a:cs typeface="Calibri" panose="020F0502020204030204"/>
                <a:sym typeface="Calibri" panose="020F0502020204030204"/>
              </a:rPr>
              <a:t>2</a:t>
            </a:r>
            <a:endParaRPr sz="2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15" name="Google Shape;1015;p85"/>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400"/>
              <a:buFont typeface="Times New Roman" panose="02020603050405020304"/>
              <a:buNone/>
            </a:pPr>
            <a:r>
              <a:rPr lang="en-US" sz="2400">
                <a:latin typeface="Times New Roman" panose="02020603050405020304"/>
                <a:ea typeface="Times New Roman" panose="02020603050405020304"/>
                <a:cs typeface="Times New Roman" panose="02020603050405020304"/>
                <a:sym typeface="Times New Roman" panose="02020603050405020304"/>
              </a:rPr>
              <a:t>Conditions of motion are unaffected. </a:t>
            </a:r>
            <a:r>
              <a:rPr lang="en-US" sz="2400" u="sng">
                <a:latin typeface="Times New Roman" panose="02020603050405020304"/>
                <a:ea typeface="Times New Roman" panose="02020603050405020304"/>
                <a:cs typeface="Times New Roman" panose="02020603050405020304"/>
                <a:sym typeface="Times New Roman" panose="02020603050405020304"/>
              </a:rPr>
              <a:t>F</a:t>
            </a:r>
            <a:r>
              <a:rPr lang="en-US" sz="2400">
                <a:latin typeface="Times New Roman" panose="02020603050405020304"/>
                <a:ea typeface="Times New Roman" panose="02020603050405020304"/>
                <a:cs typeface="Times New Roman" panose="02020603050405020304"/>
                <a:sym typeface="Times New Roman" panose="02020603050405020304"/>
              </a:rPr>
              <a:t> and </a:t>
            </a:r>
            <a:r>
              <a:rPr lang="en-US" sz="2400" u="sng">
                <a:latin typeface="Times New Roman" panose="02020603050405020304"/>
                <a:ea typeface="Times New Roman" panose="02020603050405020304"/>
                <a:cs typeface="Times New Roman" panose="02020603050405020304"/>
                <a:sym typeface="Times New Roman" panose="02020603050405020304"/>
              </a:rPr>
              <a:t>F</a:t>
            </a:r>
            <a:r>
              <a:rPr lang="en-US" sz="2400">
                <a:latin typeface="Times New Roman" panose="02020603050405020304"/>
                <a:ea typeface="Times New Roman" panose="02020603050405020304"/>
                <a:cs typeface="Times New Roman" panose="02020603050405020304"/>
                <a:sym typeface="Times New Roman" panose="02020603050405020304"/>
              </a:rPr>
              <a:t>’ are equivalent</a:t>
            </a:r>
            <a:endParaRPr sz="2400">
              <a:latin typeface="Times New Roman" panose="02020603050405020304"/>
              <a:ea typeface="Times New Roman" panose="02020603050405020304"/>
              <a:cs typeface="Times New Roman" panose="02020603050405020304"/>
              <a:sym typeface="Times New Roman" panose="02020603050405020304"/>
            </a:endParaRPr>
          </a:p>
        </p:txBody>
      </p:sp>
      <p:sp>
        <p:nvSpPr>
          <p:cNvPr id="1016" name="Google Shape;1016;p85"/>
          <p:cNvSpPr/>
          <p:nvPr/>
        </p:nvSpPr>
        <p:spPr>
          <a:xfrm>
            <a:off x="5981700" y="3119438"/>
            <a:ext cx="2057400" cy="1371600"/>
          </a:xfrm>
          <a:prstGeom prst="rect">
            <a:avLst/>
          </a:prstGeom>
          <a:gradFill>
            <a:gsLst>
              <a:gs pos="0">
                <a:srgbClr val="375A85"/>
              </a:gs>
              <a:gs pos="100000">
                <a:schemeClr val="accent1"/>
              </a:gs>
            </a:gsLst>
            <a:lin ang="54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17" name="Google Shape;1017;p85"/>
          <p:cNvSpPr/>
          <p:nvPr/>
        </p:nvSpPr>
        <p:spPr>
          <a:xfrm>
            <a:off x="8039100" y="3805238"/>
            <a:ext cx="381000" cy="2286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18" name="Google Shape;1018;p85"/>
          <p:cNvSpPr/>
          <p:nvPr/>
        </p:nvSpPr>
        <p:spPr>
          <a:xfrm>
            <a:off x="8039100" y="4033838"/>
            <a:ext cx="914400" cy="457200"/>
          </a:xfrm>
          <a:prstGeom prst="rect">
            <a:avLst/>
          </a:prstGeom>
          <a:gradFill>
            <a:gsLst>
              <a:gs pos="0">
                <a:schemeClr val="accent1"/>
              </a:gs>
              <a:gs pos="100000">
                <a:srgbClr val="375A85"/>
              </a:gs>
            </a:gsLst>
            <a:lin ang="54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19" name="Google Shape;1019;p85"/>
          <p:cNvSpPr/>
          <p:nvPr/>
        </p:nvSpPr>
        <p:spPr>
          <a:xfrm>
            <a:off x="6134100" y="4262438"/>
            <a:ext cx="609600" cy="6096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20" name="Google Shape;1020;p85"/>
          <p:cNvSpPr/>
          <p:nvPr/>
        </p:nvSpPr>
        <p:spPr>
          <a:xfrm>
            <a:off x="8115300" y="4271963"/>
            <a:ext cx="609600" cy="6096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cxnSp>
        <p:nvCxnSpPr>
          <p:cNvPr id="1021" name="Google Shape;1021;p85"/>
          <p:cNvCxnSpPr/>
          <p:nvPr/>
        </p:nvCxnSpPr>
        <p:spPr>
          <a:xfrm>
            <a:off x="7048500" y="3957638"/>
            <a:ext cx="0" cy="1219200"/>
          </a:xfrm>
          <a:prstGeom prst="straightConnector1">
            <a:avLst/>
          </a:prstGeom>
          <a:noFill/>
          <a:ln w="9525" cap="flat" cmpd="sng">
            <a:solidFill>
              <a:schemeClr val="dk1"/>
            </a:solidFill>
            <a:prstDash val="solid"/>
            <a:round/>
            <a:headEnd type="none" w="sm" len="sm"/>
            <a:tailEnd type="triangle" w="med" len="med"/>
          </a:ln>
        </p:spPr>
      </p:cxnSp>
      <p:sp>
        <p:nvSpPr>
          <p:cNvPr id="1022" name="Google Shape;1022;p85"/>
          <p:cNvSpPr txBox="1"/>
          <p:nvPr/>
        </p:nvSpPr>
        <p:spPr>
          <a:xfrm>
            <a:off x="7108825" y="4760913"/>
            <a:ext cx="471488"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a:solidFill>
                  <a:schemeClr val="dk1"/>
                </a:solidFill>
                <a:latin typeface="Calibri" panose="020F0502020204030204"/>
                <a:ea typeface="Calibri" panose="020F0502020204030204"/>
                <a:cs typeface="Calibri" panose="020F0502020204030204"/>
                <a:sym typeface="Calibri" panose="020F0502020204030204"/>
              </a:rPr>
              <a:t>W</a:t>
            </a:r>
            <a:endParaRPr sz="2400">
              <a:solidFill>
                <a:schemeClr val="dk1"/>
              </a:solidFill>
              <a:latin typeface="Calibri" panose="020F0502020204030204"/>
              <a:ea typeface="Calibri" panose="020F0502020204030204"/>
              <a:cs typeface="Calibri" panose="020F0502020204030204"/>
              <a:sym typeface="Calibri" panose="020F0502020204030204"/>
            </a:endParaRPr>
          </a:p>
        </p:txBody>
      </p:sp>
      <p:cxnSp>
        <p:nvCxnSpPr>
          <p:cNvPr id="1023" name="Google Shape;1023;p85"/>
          <p:cNvCxnSpPr/>
          <p:nvPr/>
        </p:nvCxnSpPr>
        <p:spPr>
          <a:xfrm>
            <a:off x="6438900" y="4872038"/>
            <a:ext cx="0" cy="533400"/>
          </a:xfrm>
          <a:prstGeom prst="straightConnector1">
            <a:avLst/>
          </a:prstGeom>
          <a:noFill/>
          <a:ln w="9525" cap="flat" cmpd="sng">
            <a:solidFill>
              <a:schemeClr val="dk1"/>
            </a:solidFill>
            <a:prstDash val="solid"/>
            <a:round/>
            <a:headEnd type="triangle" w="med" len="med"/>
            <a:tailEnd type="none" w="sm" len="sm"/>
          </a:ln>
        </p:spPr>
      </p:cxnSp>
      <p:cxnSp>
        <p:nvCxnSpPr>
          <p:cNvPr id="1024" name="Google Shape;1024;p85"/>
          <p:cNvCxnSpPr/>
          <p:nvPr/>
        </p:nvCxnSpPr>
        <p:spPr>
          <a:xfrm>
            <a:off x="8401050" y="4905375"/>
            <a:ext cx="0" cy="533400"/>
          </a:xfrm>
          <a:prstGeom prst="straightConnector1">
            <a:avLst/>
          </a:prstGeom>
          <a:noFill/>
          <a:ln w="9525" cap="flat" cmpd="sng">
            <a:solidFill>
              <a:schemeClr val="dk1"/>
            </a:solidFill>
            <a:prstDash val="solid"/>
            <a:round/>
            <a:headEnd type="triangle" w="med" len="med"/>
            <a:tailEnd type="none" w="sm" len="sm"/>
          </a:ln>
        </p:spPr>
      </p:cxnSp>
      <p:cxnSp>
        <p:nvCxnSpPr>
          <p:cNvPr id="1025" name="Google Shape;1025;p85"/>
          <p:cNvCxnSpPr/>
          <p:nvPr/>
        </p:nvCxnSpPr>
        <p:spPr>
          <a:xfrm>
            <a:off x="5905500" y="4872038"/>
            <a:ext cx="3228975" cy="4762"/>
          </a:xfrm>
          <a:prstGeom prst="straightConnector1">
            <a:avLst/>
          </a:prstGeom>
          <a:noFill/>
          <a:ln w="9525" cap="flat" cmpd="sng">
            <a:solidFill>
              <a:schemeClr val="dk1"/>
            </a:solidFill>
            <a:prstDash val="solid"/>
            <a:round/>
            <a:headEnd type="none" w="sm" len="sm"/>
            <a:tailEnd type="none" w="sm" len="sm"/>
          </a:ln>
        </p:spPr>
      </p:cxnSp>
      <p:cxnSp>
        <p:nvCxnSpPr>
          <p:cNvPr id="1026" name="Google Shape;1026;p85"/>
          <p:cNvCxnSpPr/>
          <p:nvPr/>
        </p:nvCxnSpPr>
        <p:spPr>
          <a:xfrm>
            <a:off x="5410200" y="4271963"/>
            <a:ext cx="552450" cy="0"/>
          </a:xfrm>
          <a:prstGeom prst="straightConnector1">
            <a:avLst/>
          </a:prstGeom>
          <a:noFill/>
          <a:ln w="57150" cap="flat" cmpd="thinThick">
            <a:solidFill>
              <a:schemeClr val="dk1"/>
            </a:solidFill>
            <a:prstDash val="solid"/>
            <a:round/>
            <a:headEnd type="none" w="sm" len="sm"/>
            <a:tailEnd type="stealth" w="med" len="med"/>
          </a:ln>
        </p:spPr>
      </p:cxnSp>
      <p:sp>
        <p:nvSpPr>
          <p:cNvPr id="1027" name="Google Shape;1027;p85"/>
          <p:cNvSpPr txBox="1"/>
          <p:nvPr/>
        </p:nvSpPr>
        <p:spPr>
          <a:xfrm>
            <a:off x="4251325" y="3775075"/>
            <a:ext cx="35560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panose="020F0502020204030204"/>
                <a:ea typeface="Calibri" panose="020F0502020204030204"/>
                <a:cs typeface="Calibri" panose="020F0502020204030204"/>
                <a:sym typeface="Calibri" panose="020F0502020204030204"/>
              </a:rPr>
              <a:t>=</a:t>
            </a:r>
            <a:endParaRPr sz="2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28" name="Google Shape;1028;p85"/>
          <p:cNvSpPr txBox="1"/>
          <p:nvPr/>
        </p:nvSpPr>
        <p:spPr>
          <a:xfrm>
            <a:off x="6156325" y="5146675"/>
            <a:ext cx="539750" cy="8223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a:solidFill>
                  <a:schemeClr val="dk1"/>
                </a:solidFill>
                <a:latin typeface="Calibri" panose="020F0502020204030204"/>
                <a:ea typeface="Calibri" panose="020F0502020204030204"/>
                <a:cs typeface="Calibri" panose="020F0502020204030204"/>
                <a:sym typeface="Calibri" panose="020F0502020204030204"/>
              </a:rPr>
              <a:t>R</a:t>
            </a:r>
            <a:r>
              <a:rPr lang="en-US" sz="2400">
                <a:solidFill>
                  <a:schemeClr val="dk1"/>
                </a:solidFill>
                <a:latin typeface="Calibri" panose="020F0502020204030204"/>
                <a:ea typeface="Calibri" panose="020F0502020204030204"/>
                <a:cs typeface="Calibri" panose="020F0502020204030204"/>
                <a:sym typeface="Calibri" panose="020F0502020204030204"/>
              </a:rPr>
              <a:t>1</a:t>
            </a:r>
            <a:endParaRPr sz="24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endParaRPr sz="2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29" name="Google Shape;1029;p85"/>
          <p:cNvSpPr txBox="1"/>
          <p:nvPr/>
        </p:nvSpPr>
        <p:spPr>
          <a:xfrm>
            <a:off x="8289925" y="5222875"/>
            <a:ext cx="5397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a:solidFill>
                  <a:schemeClr val="dk1"/>
                </a:solidFill>
                <a:latin typeface="Calibri" panose="020F0502020204030204"/>
                <a:ea typeface="Calibri" panose="020F0502020204030204"/>
                <a:cs typeface="Calibri" panose="020F0502020204030204"/>
                <a:sym typeface="Calibri" panose="020F0502020204030204"/>
              </a:rPr>
              <a:t>R</a:t>
            </a:r>
            <a:r>
              <a:rPr lang="en-US" sz="2400">
                <a:solidFill>
                  <a:schemeClr val="dk1"/>
                </a:solidFill>
                <a:latin typeface="Calibri" panose="020F0502020204030204"/>
                <a:ea typeface="Calibri" panose="020F0502020204030204"/>
                <a:cs typeface="Calibri" panose="020F0502020204030204"/>
                <a:sym typeface="Calibri" panose="020F0502020204030204"/>
              </a:rPr>
              <a:t>2</a:t>
            </a:r>
            <a:endParaRPr sz="2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30" name="Google Shape;1030;p85"/>
          <p:cNvSpPr txBox="1"/>
          <p:nvPr/>
        </p:nvSpPr>
        <p:spPr>
          <a:xfrm>
            <a:off x="3489325" y="3698875"/>
            <a:ext cx="354013"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a:solidFill>
                  <a:schemeClr val="dk1"/>
                </a:solidFill>
                <a:latin typeface="Calibri" panose="020F0502020204030204"/>
                <a:ea typeface="Calibri" panose="020F0502020204030204"/>
                <a:cs typeface="Calibri" panose="020F0502020204030204"/>
                <a:sym typeface="Calibri" panose="020F0502020204030204"/>
              </a:rPr>
              <a:t>F</a:t>
            </a:r>
            <a:endParaRPr sz="2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31" name="Google Shape;1031;p85"/>
          <p:cNvSpPr txBox="1"/>
          <p:nvPr/>
        </p:nvSpPr>
        <p:spPr>
          <a:xfrm>
            <a:off x="5470525" y="3698875"/>
            <a:ext cx="455613"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a:solidFill>
                  <a:schemeClr val="dk1"/>
                </a:solidFill>
                <a:latin typeface="Calibri" panose="020F0502020204030204"/>
                <a:ea typeface="Calibri" panose="020F0502020204030204"/>
                <a:cs typeface="Calibri" panose="020F0502020204030204"/>
                <a:sym typeface="Calibri" panose="020F0502020204030204"/>
              </a:rPr>
              <a:t>F</a:t>
            </a:r>
            <a:r>
              <a:rPr lang="en-US" sz="2400">
                <a:solidFill>
                  <a:schemeClr val="dk1"/>
                </a:solidFill>
                <a:latin typeface="Calibri" panose="020F0502020204030204"/>
                <a:ea typeface="Calibri" panose="020F0502020204030204"/>
                <a:cs typeface="Calibri" panose="020F0502020204030204"/>
                <a:sym typeface="Calibri" panose="020F0502020204030204"/>
              </a:rPr>
              <a:t>’</a:t>
            </a:r>
            <a:endParaRPr sz="2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32" name="Google Shape;1032;p8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1033" name="Google Shape;1033;p8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34" name="Google Shape;1034;p8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08"/>
                                        </p:tgtEl>
                                        <p:attrNameLst>
                                          <p:attrName>style.visibility</p:attrName>
                                        </p:attrNameLst>
                                      </p:cBhvr>
                                      <p:to>
                                        <p:strVal val="visible"/>
                                      </p:to>
                                    </p:set>
                                    <p:anim calcmode="lin" valueType="num">
                                      <p:cBhvr additive="base">
                                        <p:cTn id="7" dur="500"/>
                                        <p:tgtEl>
                                          <p:spTgt spid="1008"/>
                                        </p:tgtEl>
                                        <p:attrNameLst>
                                          <p:attrName>ppt_x</p:attrName>
                                        </p:attrNameLst>
                                      </p:cBhvr>
                                      <p:tavLst>
                                        <p:tav tm="0" fmla="">
                                          <p:val>
                                            <p:strVal val="#ppt_x-1"/>
                                          </p:val>
                                        </p:tav>
                                        <p:tav tm="100000" fmla="">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021"/>
                                        </p:tgtEl>
                                        <p:attrNameLst>
                                          <p:attrName>style.visibility</p:attrName>
                                        </p:attrNameLst>
                                      </p:cBhvr>
                                      <p:to>
                                        <p:strVal val="visible"/>
                                      </p:to>
                                    </p:set>
                                    <p:anim calcmode="lin" valueType="num">
                                      <p:cBhvr additive="base">
                                        <p:cTn id="12" dur="500"/>
                                        <p:tgtEl>
                                          <p:spTgt spid="1021"/>
                                        </p:tgtEl>
                                        <p:attrNameLst>
                                          <p:attrName>ppt_x</p:attrName>
                                        </p:attrNameLst>
                                      </p:cBhvr>
                                      <p:tavLst>
                                        <p:tav tm="0" fmla="">
                                          <p:val>
                                            <p:strVal val="#ppt_x-1"/>
                                          </p:val>
                                        </p:tav>
                                        <p:tav tm="100000" fmla="">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009">
                                            <p:txEl>
                                              <p:pRg st="0" end="0"/>
                                            </p:txEl>
                                          </p:spTgt>
                                        </p:tgtEl>
                                        <p:attrNameLst>
                                          <p:attrName>style.visibility</p:attrName>
                                        </p:attrNameLst>
                                      </p:cBhvr>
                                      <p:to>
                                        <p:strVal val="visible"/>
                                      </p:to>
                                    </p:set>
                                    <p:anim calcmode="lin" valueType="num">
                                      <p:cBhvr additive="base">
                                        <p:cTn id="17" dur="500"/>
                                        <p:tgtEl>
                                          <p:spTgt spid="1009">
                                            <p:txEl>
                                              <p:pRg st="0" end="0"/>
                                            </p:txEl>
                                          </p:spTgt>
                                        </p:tgtEl>
                                        <p:attrNameLst>
                                          <p:attrName>ppt_x</p:attrName>
                                        </p:attrNameLst>
                                      </p:cBhvr>
                                      <p:tavLst>
                                        <p:tav tm="0" fmla="">
                                          <p:val>
                                            <p:strVal val="#ppt_x-1"/>
                                          </p:val>
                                        </p:tav>
                                        <p:tav tm="100000" fmla="">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022">
                                            <p:txEl>
                                              <p:pRg st="0" end="0"/>
                                            </p:txEl>
                                          </p:spTgt>
                                        </p:tgtEl>
                                        <p:attrNameLst>
                                          <p:attrName>style.visibility</p:attrName>
                                        </p:attrNameLst>
                                      </p:cBhvr>
                                      <p:to>
                                        <p:strVal val="visible"/>
                                      </p:to>
                                    </p:set>
                                    <p:anim calcmode="lin" valueType="num">
                                      <p:cBhvr additive="base">
                                        <p:cTn id="22" dur="500"/>
                                        <p:tgtEl>
                                          <p:spTgt spid="1022">
                                            <p:txEl>
                                              <p:pRg st="0" end="0"/>
                                            </p:txEl>
                                          </p:spTgt>
                                        </p:tgtEl>
                                        <p:attrNameLst>
                                          <p:attrName>ppt_x</p:attrName>
                                        </p:attrNameLst>
                                      </p:cBhvr>
                                      <p:tavLst>
                                        <p:tav tm="0" fmla="">
                                          <p:val>
                                            <p:strVal val="#ppt_x-1"/>
                                          </p:val>
                                        </p:tav>
                                        <p:tav tm="100000" fmla="">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1010"/>
                                        </p:tgtEl>
                                        <p:attrNameLst>
                                          <p:attrName>style.visibility</p:attrName>
                                        </p:attrNameLst>
                                      </p:cBhvr>
                                      <p:to>
                                        <p:strVal val="visible"/>
                                      </p:to>
                                    </p:set>
                                    <p:anim calcmode="lin" valueType="num">
                                      <p:cBhvr additive="base">
                                        <p:cTn id="27" dur="500"/>
                                        <p:tgtEl>
                                          <p:spTgt spid="1010"/>
                                        </p:tgtEl>
                                        <p:attrNameLst>
                                          <p:attrName>ppt_x</p:attrName>
                                        </p:attrNameLst>
                                      </p:cBhvr>
                                      <p:tavLst>
                                        <p:tav tm="0" fmla="">
                                          <p:val>
                                            <p:strVal val="#ppt_x-1"/>
                                          </p:val>
                                        </p:tav>
                                        <p:tav tm="100000" fmla="">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1023"/>
                                        </p:tgtEl>
                                        <p:attrNameLst>
                                          <p:attrName>style.visibility</p:attrName>
                                        </p:attrNameLst>
                                      </p:cBhvr>
                                      <p:to>
                                        <p:strVal val="visible"/>
                                      </p:to>
                                    </p:set>
                                    <p:anim calcmode="lin" valueType="num">
                                      <p:cBhvr additive="base">
                                        <p:cTn id="32" dur="500"/>
                                        <p:tgtEl>
                                          <p:spTgt spid="1023"/>
                                        </p:tgtEl>
                                        <p:attrNameLst>
                                          <p:attrName>ppt_x</p:attrName>
                                        </p:attrNameLst>
                                      </p:cBhvr>
                                      <p:tavLst>
                                        <p:tav tm="0" fmla="">
                                          <p:val>
                                            <p:strVal val="#ppt_x-1"/>
                                          </p:val>
                                        </p:tav>
                                        <p:tav tm="100000" fmla="">
                                          <p:val>
                                            <p:strVal val="#ppt_x"/>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011"/>
                                        </p:tgtEl>
                                        <p:attrNameLst>
                                          <p:attrName>style.visibility</p:attrName>
                                        </p:attrNameLst>
                                      </p:cBhvr>
                                      <p:to>
                                        <p:strVal val="visible"/>
                                      </p:to>
                                    </p:set>
                                    <p:anim calcmode="lin" valueType="num">
                                      <p:cBhvr additive="base">
                                        <p:cTn id="37" dur="500"/>
                                        <p:tgtEl>
                                          <p:spTgt spid="1011"/>
                                        </p:tgtEl>
                                        <p:attrNameLst>
                                          <p:attrName>ppt_x</p:attrName>
                                        </p:attrNameLst>
                                      </p:cBhvr>
                                      <p:tavLst>
                                        <p:tav tm="0" fmla="">
                                          <p:val>
                                            <p:strVal val="#ppt_x-1"/>
                                          </p:val>
                                        </p:tav>
                                        <p:tav tm="100000" fmla="">
                                          <p:val>
                                            <p:strVal val="#ppt_x"/>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1024"/>
                                        </p:tgtEl>
                                        <p:attrNameLst>
                                          <p:attrName>style.visibility</p:attrName>
                                        </p:attrNameLst>
                                      </p:cBhvr>
                                      <p:to>
                                        <p:strVal val="visible"/>
                                      </p:to>
                                    </p:set>
                                    <p:anim calcmode="lin" valueType="num">
                                      <p:cBhvr additive="base">
                                        <p:cTn id="42" dur="500"/>
                                        <p:tgtEl>
                                          <p:spTgt spid="1024"/>
                                        </p:tgtEl>
                                        <p:attrNameLst>
                                          <p:attrName>ppt_x</p:attrName>
                                        </p:attrNameLst>
                                      </p:cBhvr>
                                      <p:tavLst>
                                        <p:tav tm="0" fmla="">
                                          <p:val>
                                            <p:strVal val="#ppt_x-1"/>
                                          </p:val>
                                        </p:tav>
                                        <p:tav tm="100000" fmla="">
                                          <p:val>
                                            <p:strVal val="#ppt_x"/>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p:cTn id="46" dur="1" fill="hold">
                                          <p:stCondLst>
                                            <p:cond delay="0"/>
                                          </p:stCondLst>
                                        </p:cTn>
                                        <p:tgtEl>
                                          <p:spTgt spid="1013">
                                            <p:txEl>
                                              <p:pRg st="0" end="0"/>
                                            </p:txEl>
                                          </p:spTgt>
                                        </p:tgtEl>
                                        <p:attrNameLst>
                                          <p:attrName>style.visibility</p:attrName>
                                        </p:attrNameLst>
                                      </p:cBhvr>
                                      <p:to>
                                        <p:strVal val="visible"/>
                                      </p:to>
                                    </p:set>
                                    <p:anim calcmode="lin" valueType="num">
                                      <p:cBhvr additive="base">
                                        <p:cTn id="47" dur="500"/>
                                        <p:tgtEl>
                                          <p:spTgt spid="1013">
                                            <p:txEl>
                                              <p:pRg st="0" end="0"/>
                                            </p:txEl>
                                          </p:spTgt>
                                        </p:tgtEl>
                                        <p:attrNameLst>
                                          <p:attrName>ppt_x</p:attrName>
                                        </p:attrNameLst>
                                      </p:cBhvr>
                                      <p:tavLst>
                                        <p:tav tm="0" fmla="">
                                          <p:val>
                                            <p:strVal val="#ppt_x-1"/>
                                          </p:val>
                                        </p:tav>
                                        <p:tav tm="100000" fmla="">
                                          <p:val>
                                            <p:strVal val="#ppt_x"/>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nodeType="clickEffect">
                                  <p:stCondLst>
                                    <p:cond delay="0"/>
                                  </p:stCondLst>
                                  <p:childTnLst>
                                    <p:set>
                                      <p:cBhvr>
                                        <p:cTn id="51" dur="1" fill="hold">
                                          <p:stCondLst>
                                            <p:cond delay="0"/>
                                          </p:stCondLst>
                                        </p:cTn>
                                        <p:tgtEl>
                                          <p:spTgt spid="1014">
                                            <p:txEl>
                                              <p:pRg st="0" end="0"/>
                                            </p:txEl>
                                          </p:spTgt>
                                        </p:tgtEl>
                                        <p:attrNameLst>
                                          <p:attrName>style.visibility</p:attrName>
                                        </p:attrNameLst>
                                      </p:cBhvr>
                                      <p:to>
                                        <p:strVal val="visible"/>
                                      </p:to>
                                    </p:set>
                                    <p:anim calcmode="lin" valueType="num">
                                      <p:cBhvr additive="base">
                                        <p:cTn id="52" dur="500"/>
                                        <p:tgtEl>
                                          <p:spTgt spid="1014">
                                            <p:txEl>
                                              <p:pRg st="0" end="0"/>
                                            </p:txEl>
                                          </p:spTgt>
                                        </p:tgtEl>
                                        <p:attrNameLst>
                                          <p:attrName>ppt_x</p:attrName>
                                        </p:attrNameLst>
                                      </p:cBhvr>
                                      <p:tavLst>
                                        <p:tav tm="0" fmla="">
                                          <p:val>
                                            <p:strVal val="#ppt_x-1"/>
                                          </p:val>
                                        </p:tav>
                                        <p:tav tm="100000" fmla="">
                                          <p:val>
                                            <p:strVal val="#ppt_x"/>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nodeType="clickEffect">
                                  <p:stCondLst>
                                    <p:cond delay="0"/>
                                  </p:stCondLst>
                                  <p:childTnLst>
                                    <p:set>
                                      <p:cBhvr>
                                        <p:cTn id="56" dur="1" fill="hold">
                                          <p:stCondLst>
                                            <p:cond delay="0"/>
                                          </p:stCondLst>
                                        </p:cTn>
                                        <p:tgtEl>
                                          <p:spTgt spid="1028">
                                            <p:txEl>
                                              <p:pRg st="0" end="0"/>
                                            </p:txEl>
                                          </p:spTgt>
                                        </p:tgtEl>
                                        <p:attrNameLst>
                                          <p:attrName>style.visibility</p:attrName>
                                        </p:attrNameLst>
                                      </p:cBhvr>
                                      <p:to>
                                        <p:strVal val="visible"/>
                                      </p:to>
                                    </p:set>
                                    <p:anim calcmode="lin" valueType="num">
                                      <p:cBhvr additive="base">
                                        <p:cTn id="57" dur="500"/>
                                        <p:tgtEl>
                                          <p:spTgt spid="1028">
                                            <p:txEl>
                                              <p:pRg st="0" end="0"/>
                                            </p:txEl>
                                          </p:spTgt>
                                        </p:tgtEl>
                                        <p:attrNameLst>
                                          <p:attrName>ppt_x</p:attrName>
                                        </p:attrNameLst>
                                      </p:cBhvr>
                                      <p:tavLst>
                                        <p:tav tm="0" fmla="">
                                          <p:val>
                                            <p:strVal val="#ppt_x-1"/>
                                          </p:val>
                                        </p:tav>
                                        <p:tav tm="100000" fmla="">
                                          <p:val>
                                            <p:strVal val="#ppt_x"/>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8" fill="hold" nodeType="clickEffect">
                                  <p:stCondLst>
                                    <p:cond delay="0"/>
                                  </p:stCondLst>
                                  <p:childTnLst>
                                    <p:set>
                                      <p:cBhvr>
                                        <p:cTn id="61" dur="1" fill="hold">
                                          <p:stCondLst>
                                            <p:cond delay="0"/>
                                          </p:stCondLst>
                                        </p:cTn>
                                        <p:tgtEl>
                                          <p:spTgt spid="1028">
                                            <p:txEl>
                                              <p:pRg st="1" end="1"/>
                                            </p:txEl>
                                          </p:spTgt>
                                        </p:tgtEl>
                                        <p:attrNameLst>
                                          <p:attrName>style.visibility</p:attrName>
                                        </p:attrNameLst>
                                      </p:cBhvr>
                                      <p:to>
                                        <p:strVal val="visible"/>
                                      </p:to>
                                    </p:set>
                                    <p:anim calcmode="lin" valueType="num">
                                      <p:cBhvr additive="base">
                                        <p:cTn id="62" dur="500"/>
                                        <p:tgtEl>
                                          <p:spTgt spid="1028">
                                            <p:txEl>
                                              <p:pRg st="1" end="1"/>
                                            </p:txEl>
                                          </p:spTgt>
                                        </p:tgtEl>
                                        <p:attrNameLst>
                                          <p:attrName>ppt_x</p:attrName>
                                        </p:attrNameLst>
                                      </p:cBhvr>
                                      <p:tavLst>
                                        <p:tav tm="0" fmla="">
                                          <p:val>
                                            <p:strVal val="#ppt_x-1"/>
                                          </p:val>
                                        </p:tav>
                                        <p:tav tm="100000" fmla="">
                                          <p:val>
                                            <p:strVal val="#ppt_x"/>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nodeType="clickEffect">
                                  <p:stCondLst>
                                    <p:cond delay="0"/>
                                  </p:stCondLst>
                                  <p:childTnLst>
                                    <p:set>
                                      <p:cBhvr>
                                        <p:cTn id="66" dur="1" fill="hold">
                                          <p:stCondLst>
                                            <p:cond delay="0"/>
                                          </p:stCondLst>
                                        </p:cTn>
                                        <p:tgtEl>
                                          <p:spTgt spid="1029">
                                            <p:txEl>
                                              <p:pRg st="0" end="0"/>
                                            </p:txEl>
                                          </p:spTgt>
                                        </p:tgtEl>
                                        <p:attrNameLst>
                                          <p:attrName>style.visibility</p:attrName>
                                        </p:attrNameLst>
                                      </p:cBhvr>
                                      <p:to>
                                        <p:strVal val="visible"/>
                                      </p:to>
                                    </p:set>
                                    <p:anim calcmode="lin" valueType="num">
                                      <p:cBhvr additive="base">
                                        <p:cTn id="67" dur="500"/>
                                        <p:tgtEl>
                                          <p:spTgt spid="1029">
                                            <p:txEl>
                                              <p:pRg st="0" end="0"/>
                                            </p:txEl>
                                          </p:spTgt>
                                        </p:tgtEl>
                                        <p:attrNameLst>
                                          <p:attrName>ppt_x</p:attrName>
                                        </p:attrNameLst>
                                      </p:cBhvr>
                                      <p:tavLst>
                                        <p:tav tm="0" fmla="">
                                          <p:val>
                                            <p:strVal val="#ppt_x-1"/>
                                          </p:val>
                                        </p:tav>
                                        <p:tav tm="100000" fmla="">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039" name="Shape 1039"/>
        <p:cNvGrpSpPr/>
        <p:nvPr/>
      </p:nvGrpSpPr>
      <p:grpSpPr>
        <a:xfrm>
          <a:off x="0" y="0"/>
          <a:ext cx="0" cy="0"/>
          <a:chOff x="0" y="0"/>
          <a:chExt cx="0" cy="0"/>
        </a:xfrm>
      </p:grpSpPr>
      <p:sp>
        <p:nvSpPr>
          <p:cNvPr id="1040" name="Google Shape;1040;p86"/>
          <p:cNvSpPr txBox="1"/>
          <p:nvPr>
            <p:ph type="title" idx="4294967295"/>
          </p:nvPr>
        </p:nvSpPr>
        <p:spPr>
          <a:xfrm>
            <a:off x="165100" y="142443"/>
            <a:ext cx="86995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3600"/>
              <a:buFont typeface="Times New Roman" panose="02020603050405020304"/>
              <a:buNone/>
            </a:pPr>
            <a:r>
              <a:rPr lang="en-US" sz="3600" b="1">
                <a:latin typeface="Times New Roman" panose="02020603050405020304"/>
                <a:ea typeface="Times New Roman" panose="02020603050405020304"/>
                <a:cs typeface="Times New Roman" panose="02020603050405020304"/>
                <a:sym typeface="Times New Roman" panose="02020603050405020304"/>
              </a:rPr>
              <a:t>Principle of Transmissibility:  Equivalent Forces</a:t>
            </a:r>
            <a:endParaRPr sz="3600" b="1">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041" name="Google Shape;1041;p86"/>
          <p:cNvGrpSpPr/>
          <p:nvPr/>
        </p:nvGrpSpPr>
        <p:grpSpPr>
          <a:xfrm>
            <a:off x="357188" y="1119188"/>
            <a:ext cx="8175625" cy="1768475"/>
            <a:chOff x="225" y="617"/>
            <a:chExt cx="5150" cy="1114"/>
          </a:xfrm>
        </p:grpSpPr>
        <p:pic>
          <p:nvPicPr>
            <p:cNvPr id="1042" name="Google Shape;1042;p86" descr="msotw9_temp0"/>
            <p:cNvPicPr preferRelativeResize="0"/>
            <p:nvPr/>
          </p:nvPicPr>
          <p:blipFill rotWithShape="1">
            <a:blip r:embed="rId1"/>
            <a:srcRect/>
            <a:stretch>
              <a:fillRect/>
            </a:stretch>
          </p:blipFill>
          <p:spPr>
            <a:xfrm>
              <a:off x="3249" y="617"/>
              <a:ext cx="2126" cy="1032"/>
            </a:xfrm>
            <a:prstGeom prst="rect">
              <a:avLst/>
            </a:prstGeom>
            <a:noFill/>
            <a:ln>
              <a:noFill/>
            </a:ln>
          </p:spPr>
        </p:pic>
        <p:sp>
          <p:nvSpPr>
            <p:cNvPr id="1043" name="Google Shape;1043;p86"/>
            <p:cNvSpPr txBox="1"/>
            <p:nvPr/>
          </p:nvSpPr>
          <p:spPr>
            <a:xfrm>
              <a:off x="225" y="713"/>
              <a:ext cx="2818" cy="1018"/>
            </a:xfrm>
            <a:prstGeom prst="rect">
              <a:avLst/>
            </a:prstGeom>
            <a:noFill/>
            <a:ln>
              <a:noFill/>
            </a:ln>
          </p:spPr>
          <p:txBody>
            <a:bodyPr spcFirstLastPara="1" wrap="square" lIns="91425" tIns="45700" rIns="91425" bIns="45700" anchor="t" anchorCtr="0">
              <a:spAutoFit/>
            </a:bodyPr>
            <a:lstStyle/>
            <a:p>
              <a:pPr marL="227330" marR="0" lvl="0" indent="-227330" algn="l" rtl="0">
                <a:spcBef>
                  <a:spcPts val="0"/>
                </a:spcBef>
                <a:spcAft>
                  <a:spcPts val="0"/>
                </a:spcAft>
                <a:buClr>
                  <a:schemeClr val="dk1"/>
                </a:buClr>
                <a:buSzPts val="2000"/>
                <a:buFont typeface="Times New Roman" panose="02020603050405020304"/>
                <a:buChar char="•"/>
              </a:pPr>
              <a:r>
                <a:rPr lang="en-US" sz="2000" i="1">
                  <a:solidFill>
                    <a:schemeClr val="dk1"/>
                  </a:solidFill>
                  <a:latin typeface="Times New Roman" panose="02020603050405020304"/>
                  <a:ea typeface="Times New Roman" panose="02020603050405020304"/>
                  <a:cs typeface="Times New Roman" panose="02020603050405020304"/>
                  <a:sym typeface="Times New Roman" panose="02020603050405020304"/>
                </a:rPr>
                <a:t>Principle of Transmissibility</a:t>
              </a:r>
              <a:r>
                <a:rPr lang="en-US" sz="20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br>
                <a:rPr lang="en-US" sz="2000">
                  <a:solidFill>
                    <a:schemeClr val="dk1"/>
                  </a:solidFill>
                  <a:latin typeface="Times New Roman" panose="02020603050405020304"/>
                  <a:ea typeface="Times New Roman" panose="02020603050405020304"/>
                  <a:cs typeface="Times New Roman" panose="02020603050405020304"/>
                  <a:sym typeface="Times New Roman" panose="02020603050405020304"/>
                </a:rPr>
              </a:br>
              <a:r>
                <a:rPr lang="en-US" sz="2000">
                  <a:solidFill>
                    <a:schemeClr val="dk1"/>
                  </a:solidFill>
                  <a:latin typeface="Times New Roman" panose="02020603050405020304"/>
                  <a:ea typeface="Times New Roman" panose="02020603050405020304"/>
                  <a:cs typeface="Times New Roman" panose="02020603050405020304"/>
                  <a:sym typeface="Times New Roman" panose="02020603050405020304"/>
                </a:rPr>
                <a:t>Conditions of equilibrium or motion are not affected by </a:t>
              </a:r>
              <a:r>
                <a:rPr lang="en-US" sz="2000" i="1">
                  <a:solidFill>
                    <a:schemeClr val="dk1"/>
                  </a:solidFill>
                  <a:latin typeface="Times New Roman" panose="02020603050405020304"/>
                  <a:ea typeface="Times New Roman" panose="02020603050405020304"/>
                  <a:cs typeface="Times New Roman" panose="02020603050405020304"/>
                  <a:sym typeface="Times New Roman" panose="02020603050405020304"/>
                </a:rPr>
                <a:t>transmitting</a:t>
              </a:r>
              <a:r>
                <a:rPr lang="en-US" sz="2000">
                  <a:solidFill>
                    <a:schemeClr val="dk1"/>
                  </a:solidFill>
                  <a:latin typeface="Times New Roman" panose="02020603050405020304"/>
                  <a:ea typeface="Times New Roman" panose="02020603050405020304"/>
                  <a:cs typeface="Times New Roman" panose="02020603050405020304"/>
                  <a:sym typeface="Times New Roman" panose="02020603050405020304"/>
                </a:rPr>
                <a:t> a force along its line of action.</a:t>
              </a:r>
              <a:br>
                <a:rPr lang="en-US" sz="2000">
                  <a:solidFill>
                    <a:schemeClr val="dk1"/>
                  </a:solidFill>
                  <a:latin typeface="Times New Roman" panose="02020603050405020304"/>
                  <a:ea typeface="Times New Roman" panose="02020603050405020304"/>
                  <a:cs typeface="Times New Roman" panose="02020603050405020304"/>
                  <a:sym typeface="Times New Roman" panose="02020603050405020304"/>
                </a:rPr>
              </a:br>
              <a:r>
                <a:rPr lang="en-US" sz="2000">
                  <a:solidFill>
                    <a:schemeClr val="dk1"/>
                  </a:solidFill>
                  <a:latin typeface="Times New Roman" panose="02020603050405020304"/>
                  <a:ea typeface="Times New Roman" panose="02020603050405020304"/>
                  <a:cs typeface="Times New Roman" panose="02020603050405020304"/>
                  <a:sym typeface="Times New Roman" panose="02020603050405020304"/>
                </a:rPr>
                <a:t>NOTE:  </a:t>
              </a:r>
              <a:r>
                <a:rPr lang="en-US" sz="2000" b="1">
                  <a:solidFill>
                    <a:schemeClr val="dk1"/>
                  </a:solidFill>
                  <a:latin typeface="Times New Roman" panose="02020603050405020304"/>
                  <a:ea typeface="Times New Roman" panose="02020603050405020304"/>
                  <a:cs typeface="Times New Roman" panose="02020603050405020304"/>
                  <a:sym typeface="Times New Roman" panose="02020603050405020304"/>
                </a:rPr>
                <a:t>F</a:t>
              </a:r>
              <a:r>
                <a:rPr lang="en-US" sz="2000">
                  <a:solidFill>
                    <a:schemeClr val="dk1"/>
                  </a:solidFill>
                  <a:latin typeface="Times New Roman" panose="02020603050405020304"/>
                  <a:ea typeface="Times New Roman" panose="02020603050405020304"/>
                  <a:cs typeface="Times New Roman" panose="02020603050405020304"/>
                  <a:sym typeface="Times New Roman" panose="02020603050405020304"/>
                </a:rPr>
                <a:t> and </a:t>
              </a:r>
              <a:r>
                <a:rPr lang="en-US" sz="2000" b="1">
                  <a:solidFill>
                    <a:schemeClr val="dk1"/>
                  </a:solidFill>
                  <a:latin typeface="Times New Roman" panose="02020603050405020304"/>
                  <a:ea typeface="Times New Roman" panose="02020603050405020304"/>
                  <a:cs typeface="Times New Roman" panose="02020603050405020304"/>
                  <a:sym typeface="Times New Roman" panose="02020603050405020304"/>
                </a:rPr>
                <a:t>F</a:t>
              </a:r>
              <a:r>
                <a:rPr lang="en-US" sz="2000">
                  <a:solidFill>
                    <a:schemeClr val="dk1"/>
                  </a:solidFill>
                  <a:latin typeface="Times New Roman" panose="02020603050405020304"/>
                  <a:ea typeface="Times New Roman" panose="02020603050405020304"/>
                  <a:cs typeface="Times New Roman" panose="02020603050405020304"/>
                  <a:sym typeface="Times New Roman" panose="02020603050405020304"/>
                </a:rPr>
                <a:t>’ are equivalent forces.</a:t>
              </a: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044" name="Google Shape;1044;p86"/>
          <p:cNvGrpSpPr/>
          <p:nvPr/>
        </p:nvGrpSpPr>
        <p:grpSpPr>
          <a:xfrm>
            <a:off x="165100" y="2971800"/>
            <a:ext cx="8763000" cy="1463675"/>
            <a:chOff x="240" y="1872"/>
            <a:chExt cx="5520" cy="922"/>
          </a:xfrm>
        </p:grpSpPr>
        <p:pic>
          <p:nvPicPr>
            <p:cNvPr id="1045" name="Google Shape;1045;p86" descr="msotw9_temp0"/>
            <p:cNvPicPr preferRelativeResize="0"/>
            <p:nvPr/>
          </p:nvPicPr>
          <p:blipFill rotWithShape="1">
            <a:blip r:embed="rId2"/>
            <a:srcRect/>
            <a:stretch>
              <a:fillRect/>
            </a:stretch>
          </p:blipFill>
          <p:spPr>
            <a:xfrm>
              <a:off x="2832" y="1872"/>
              <a:ext cx="2928" cy="801"/>
            </a:xfrm>
            <a:prstGeom prst="rect">
              <a:avLst/>
            </a:prstGeom>
            <a:noFill/>
            <a:ln>
              <a:noFill/>
            </a:ln>
          </p:spPr>
        </p:pic>
        <p:sp>
          <p:nvSpPr>
            <p:cNvPr id="1046" name="Google Shape;1046;p86"/>
            <p:cNvSpPr txBox="1"/>
            <p:nvPr/>
          </p:nvSpPr>
          <p:spPr>
            <a:xfrm>
              <a:off x="240" y="1968"/>
              <a:ext cx="2496" cy="826"/>
            </a:xfrm>
            <a:prstGeom prst="rect">
              <a:avLst/>
            </a:prstGeom>
            <a:noFill/>
            <a:ln>
              <a:noFill/>
            </a:ln>
          </p:spPr>
          <p:txBody>
            <a:bodyPr spcFirstLastPara="1" wrap="square" lIns="91425" tIns="45700" rIns="91425" bIns="45700" anchor="t" anchorCtr="0">
              <a:spAutoFit/>
            </a:bodyPr>
            <a:lstStyle/>
            <a:p>
              <a:pPr marL="227330" marR="0" lvl="0" indent="-227330" algn="l" rtl="0">
                <a:spcBef>
                  <a:spcPts val="0"/>
                </a:spcBef>
                <a:spcAft>
                  <a:spcPts val="0"/>
                </a:spcAft>
                <a:buClr>
                  <a:schemeClr val="dk1"/>
                </a:buClr>
                <a:buSzPts val="2000"/>
                <a:buFont typeface="Times New Roman" panose="02020603050405020304"/>
                <a:buChar char="•"/>
              </a:pPr>
              <a:r>
                <a:rPr lang="en-US" sz="2000">
                  <a:solidFill>
                    <a:schemeClr val="dk1"/>
                  </a:solidFill>
                  <a:latin typeface="Times New Roman" panose="02020603050405020304"/>
                  <a:ea typeface="Times New Roman" panose="02020603050405020304"/>
                  <a:cs typeface="Times New Roman" panose="02020603050405020304"/>
                  <a:sym typeface="Times New Roman" panose="02020603050405020304"/>
                </a:rPr>
                <a:t>Moving the point of application of the force </a:t>
              </a:r>
              <a:r>
                <a:rPr lang="en-US" sz="2000" b="1">
                  <a:solidFill>
                    <a:schemeClr val="dk1"/>
                  </a:solidFill>
                  <a:latin typeface="Times New Roman" panose="02020603050405020304"/>
                  <a:ea typeface="Times New Roman" panose="02020603050405020304"/>
                  <a:cs typeface="Times New Roman" panose="02020603050405020304"/>
                  <a:sym typeface="Times New Roman" panose="02020603050405020304"/>
                </a:rPr>
                <a:t>F</a:t>
              </a:r>
              <a:r>
                <a:rPr lang="en-US" sz="2000">
                  <a:solidFill>
                    <a:schemeClr val="dk1"/>
                  </a:solidFill>
                  <a:latin typeface="Times New Roman" panose="02020603050405020304"/>
                  <a:ea typeface="Times New Roman" panose="02020603050405020304"/>
                  <a:cs typeface="Times New Roman" panose="02020603050405020304"/>
                  <a:sym typeface="Times New Roman" panose="02020603050405020304"/>
                </a:rPr>
                <a:t> to the rear bumper does not affect the motion or the other forces acting on the truck.</a:t>
              </a: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047" name="Google Shape;1047;p86"/>
          <p:cNvGrpSpPr/>
          <p:nvPr/>
        </p:nvGrpSpPr>
        <p:grpSpPr>
          <a:xfrm>
            <a:off x="381000" y="4800600"/>
            <a:ext cx="8610600" cy="1644650"/>
            <a:chOff x="240" y="3024"/>
            <a:chExt cx="5424" cy="1036"/>
          </a:xfrm>
        </p:grpSpPr>
        <p:pic>
          <p:nvPicPr>
            <p:cNvPr id="1048" name="Google Shape;1048;p86" descr="msotw9_temp0"/>
            <p:cNvPicPr preferRelativeResize="0"/>
            <p:nvPr/>
          </p:nvPicPr>
          <p:blipFill rotWithShape="1">
            <a:blip r:embed="rId3"/>
            <a:srcRect/>
            <a:stretch>
              <a:fillRect/>
            </a:stretch>
          </p:blipFill>
          <p:spPr>
            <a:xfrm>
              <a:off x="2736" y="3024"/>
              <a:ext cx="2928" cy="1036"/>
            </a:xfrm>
            <a:prstGeom prst="rect">
              <a:avLst/>
            </a:prstGeom>
            <a:noFill/>
            <a:ln>
              <a:noFill/>
            </a:ln>
          </p:spPr>
        </p:pic>
        <p:sp>
          <p:nvSpPr>
            <p:cNvPr id="1049" name="Google Shape;1049;p86"/>
            <p:cNvSpPr txBox="1"/>
            <p:nvPr/>
          </p:nvSpPr>
          <p:spPr>
            <a:xfrm>
              <a:off x="240" y="3120"/>
              <a:ext cx="2496" cy="634"/>
            </a:xfrm>
            <a:prstGeom prst="rect">
              <a:avLst/>
            </a:prstGeom>
            <a:noFill/>
            <a:ln>
              <a:noFill/>
            </a:ln>
          </p:spPr>
          <p:txBody>
            <a:bodyPr spcFirstLastPara="1" wrap="square" lIns="91425" tIns="45700" rIns="91425" bIns="45700" anchor="t" anchorCtr="0">
              <a:spAutoFit/>
            </a:bodyPr>
            <a:lstStyle/>
            <a:p>
              <a:pPr marL="227330" marR="0" lvl="0" indent="-227330" algn="l" rtl="0">
                <a:spcBef>
                  <a:spcPts val="0"/>
                </a:spcBef>
                <a:spcAft>
                  <a:spcPts val="0"/>
                </a:spcAft>
                <a:buClr>
                  <a:schemeClr val="dk1"/>
                </a:buClr>
                <a:buSzPts val="2000"/>
                <a:buFont typeface="Times New Roman" panose="02020603050405020304"/>
                <a:buChar char="•"/>
              </a:pPr>
              <a:r>
                <a:rPr lang="en-US" sz="2000">
                  <a:solidFill>
                    <a:schemeClr val="dk1"/>
                  </a:solidFill>
                  <a:latin typeface="Times New Roman" panose="02020603050405020304"/>
                  <a:ea typeface="Times New Roman" panose="02020603050405020304"/>
                  <a:cs typeface="Times New Roman" panose="02020603050405020304"/>
                  <a:sym typeface="Times New Roman" panose="02020603050405020304"/>
                </a:rPr>
                <a:t>Principle of transmissibility may not always apply in determining internal forces and deformations.</a:t>
              </a: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053" name="Shape 1053"/>
        <p:cNvGrpSpPr/>
        <p:nvPr/>
      </p:nvGrpSpPr>
      <p:grpSpPr>
        <a:xfrm>
          <a:off x="0" y="0"/>
          <a:ext cx="0" cy="0"/>
          <a:chOff x="0" y="0"/>
          <a:chExt cx="0" cy="0"/>
        </a:xfrm>
      </p:grpSpPr>
      <p:sp>
        <p:nvSpPr>
          <p:cNvPr id="1054" name="Google Shape;1054;p87"/>
          <p:cNvSpPr txBox="1"/>
          <p:nvPr>
            <p:ph type="title"/>
          </p:nvPr>
        </p:nvSpPr>
        <p:spPr>
          <a:xfrm>
            <a:off x="76201" y="274638"/>
            <a:ext cx="8880474"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Vector expressed in terms of rectangular components</a:t>
            </a:r>
            <a:br>
              <a:rPr lang="en-US" b="1">
                <a:latin typeface="Times New Roman" panose="02020603050405020304"/>
                <a:ea typeface="Times New Roman" panose="02020603050405020304"/>
                <a:cs typeface="Times New Roman" panose="02020603050405020304"/>
                <a:sym typeface="Times New Roman" panose="02020603050405020304"/>
              </a:rPr>
            </a:br>
            <a:endParaRPr b="1">
              <a:latin typeface="Times New Roman" panose="02020603050405020304"/>
              <a:ea typeface="Times New Roman" panose="02020603050405020304"/>
              <a:cs typeface="Times New Roman" panose="02020603050405020304"/>
              <a:sym typeface="Times New Roman" panose="02020603050405020304"/>
            </a:endParaRPr>
          </a:p>
        </p:txBody>
      </p:sp>
      <p:sp>
        <p:nvSpPr>
          <p:cNvPr id="1055" name="Google Shape;1055;p87"/>
          <p:cNvSpPr txBox="1"/>
          <p:nvPr>
            <p:ph type="body" idx="1"/>
          </p:nvPr>
        </p:nvSpPr>
        <p:spPr>
          <a:xfrm>
            <a:off x="762000" y="1600200"/>
            <a:ext cx="7772400" cy="48768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latin typeface="Times New Roman" panose="02020603050405020304"/>
                <a:ea typeface="Times New Roman" panose="02020603050405020304"/>
                <a:cs typeface="Times New Roman" panose="02020603050405020304"/>
                <a:sym typeface="Times New Roman" panose="02020603050405020304"/>
              </a:rPr>
              <a:t>Vector product of any 2 units vectors: </a:t>
            </a:r>
            <a:r>
              <a:rPr lang="en-US" u="sng">
                <a:latin typeface="Times New Roman" panose="02020603050405020304"/>
                <a:ea typeface="Times New Roman" panose="02020603050405020304"/>
                <a:cs typeface="Times New Roman" panose="02020603050405020304"/>
                <a:sym typeface="Times New Roman" panose="02020603050405020304"/>
              </a:rPr>
              <a:t>i</a:t>
            </a:r>
            <a:r>
              <a:rPr lang="en-US">
                <a:latin typeface="Times New Roman" panose="02020603050405020304"/>
                <a:ea typeface="Times New Roman" panose="02020603050405020304"/>
                <a:cs typeface="Times New Roman" panose="02020603050405020304"/>
                <a:sym typeface="Times New Roman" panose="02020603050405020304"/>
              </a:rPr>
              <a:t>, </a:t>
            </a:r>
            <a:r>
              <a:rPr lang="en-US" u="sng">
                <a:latin typeface="Times New Roman" panose="02020603050405020304"/>
                <a:ea typeface="Times New Roman" panose="02020603050405020304"/>
                <a:cs typeface="Times New Roman" panose="02020603050405020304"/>
                <a:sym typeface="Times New Roman" panose="02020603050405020304"/>
              </a:rPr>
              <a:t>j</a:t>
            </a:r>
            <a:r>
              <a:rPr lang="en-US">
                <a:latin typeface="Times New Roman" panose="02020603050405020304"/>
                <a:ea typeface="Times New Roman" panose="02020603050405020304"/>
                <a:cs typeface="Times New Roman" panose="02020603050405020304"/>
                <a:sym typeface="Times New Roman" panose="02020603050405020304"/>
              </a:rPr>
              <a:t>, </a:t>
            </a:r>
            <a:r>
              <a:rPr lang="en-US" u="sng">
                <a:latin typeface="Times New Roman" panose="02020603050405020304"/>
                <a:ea typeface="Times New Roman" panose="02020603050405020304"/>
                <a:cs typeface="Times New Roman" panose="02020603050405020304"/>
                <a:sym typeface="Times New Roman" panose="02020603050405020304"/>
              </a:rPr>
              <a:t>k</a:t>
            </a:r>
            <a:endParaRPr u="sng">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spcBef>
                <a:spcPts val="640"/>
              </a:spcBef>
              <a:spcAft>
                <a:spcPts val="0"/>
              </a:spcAft>
              <a:buClr>
                <a:schemeClr val="dk1"/>
              </a:buClr>
              <a:buSzPts val="3200"/>
              <a:buChar char="•"/>
            </a:pPr>
            <a:r>
              <a:rPr lang="en-US" u="sng">
                <a:latin typeface="Times New Roman" panose="02020603050405020304"/>
                <a:ea typeface="Times New Roman" panose="02020603050405020304"/>
                <a:cs typeface="Times New Roman" panose="02020603050405020304"/>
                <a:sym typeface="Times New Roman" panose="02020603050405020304"/>
              </a:rPr>
              <a:t>i</a:t>
            </a:r>
            <a:r>
              <a:rPr lang="en-US">
                <a:latin typeface="Times New Roman" panose="02020603050405020304"/>
                <a:ea typeface="Times New Roman" panose="02020603050405020304"/>
                <a:cs typeface="Times New Roman" panose="02020603050405020304"/>
                <a:sym typeface="Times New Roman" panose="02020603050405020304"/>
              </a:rPr>
              <a:t> x </a:t>
            </a:r>
            <a:r>
              <a:rPr lang="en-US" u="sng">
                <a:latin typeface="Times New Roman" panose="02020603050405020304"/>
                <a:ea typeface="Times New Roman" panose="02020603050405020304"/>
                <a:cs typeface="Times New Roman" panose="02020603050405020304"/>
                <a:sym typeface="Times New Roman" panose="02020603050405020304"/>
              </a:rPr>
              <a:t>j</a:t>
            </a:r>
            <a:r>
              <a:rPr lang="en-US">
                <a:latin typeface="Times New Roman" panose="02020603050405020304"/>
                <a:ea typeface="Times New Roman" panose="02020603050405020304"/>
                <a:cs typeface="Times New Roman" panose="02020603050405020304"/>
                <a:sym typeface="Times New Roman" panose="02020603050405020304"/>
              </a:rPr>
              <a:t>= </a:t>
            </a:r>
            <a:r>
              <a:rPr lang="en-US" u="sng">
                <a:latin typeface="Times New Roman" panose="02020603050405020304"/>
                <a:ea typeface="Times New Roman" panose="02020603050405020304"/>
                <a:cs typeface="Times New Roman" panose="02020603050405020304"/>
                <a:sym typeface="Times New Roman" panose="02020603050405020304"/>
              </a:rPr>
              <a:t>k</a:t>
            </a:r>
            <a:endParaRPr u="sng">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spcBef>
                <a:spcPts val="640"/>
              </a:spcBef>
              <a:spcAft>
                <a:spcPts val="0"/>
              </a:spcAft>
              <a:buClr>
                <a:schemeClr val="dk1"/>
              </a:buClr>
              <a:buSzPts val="3200"/>
              <a:buChar char="•"/>
            </a:pPr>
            <a:r>
              <a:rPr lang="en-US" u="sng">
                <a:latin typeface="Times New Roman" panose="02020603050405020304"/>
                <a:ea typeface="Times New Roman" panose="02020603050405020304"/>
                <a:cs typeface="Times New Roman" panose="02020603050405020304"/>
                <a:sym typeface="Times New Roman" panose="02020603050405020304"/>
              </a:rPr>
              <a:t>j</a:t>
            </a:r>
            <a:r>
              <a:rPr lang="en-US">
                <a:latin typeface="Times New Roman" panose="02020603050405020304"/>
                <a:ea typeface="Times New Roman" panose="02020603050405020304"/>
                <a:cs typeface="Times New Roman" panose="02020603050405020304"/>
                <a:sym typeface="Times New Roman" panose="02020603050405020304"/>
              </a:rPr>
              <a:t> x </a:t>
            </a:r>
            <a:r>
              <a:rPr lang="en-US" u="sng">
                <a:latin typeface="Times New Roman" panose="02020603050405020304"/>
                <a:ea typeface="Times New Roman" panose="02020603050405020304"/>
                <a:cs typeface="Times New Roman" panose="02020603050405020304"/>
                <a:sym typeface="Times New Roman" panose="02020603050405020304"/>
              </a:rPr>
              <a:t>i</a:t>
            </a:r>
            <a:r>
              <a:rPr lang="en-US">
                <a:latin typeface="Times New Roman" panose="02020603050405020304"/>
                <a:ea typeface="Times New Roman" panose="02020603050405020304"/>
                <a:cs typeface="Times New Roman" panose="02020603050405020304"/>
                <a:sym typeface="Times New Roman" panose="02020603050405020304"/>
              </a:rPr>
              <a:t>= -</a:t>
            </a:r>
            <a:r>
              <a:rPr lang="en-US" u="sng">
                <a:latin typeface="Times New Roman" panose="02020603050405020304"/>
                <a:ea typeface="Times New Roman" panose="02020603050405020304"/>
                <a:cs typeface="Times New Roman" panose="02020603050405020304"/>
                <a:sym typeface="Times New Roman" panose="02020603050405020304"/>
              </a:rPr>
              <a:t>k</a:t>
            </a:r>
            <a:endParaRPr u="sng">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spcBef>
                <a:spcPts val="640"/>
              </a:spcBef>
              <a:spcAft>
                <a:spcPts val="0"/>
              </a:spcAft>
              <a:buClr>
                <a:schemeClr val="dk1"/>
              </a:buClr>
              <a:buSzPts val="3200"/>
              <a:buChar char="•"/>
            </a:pPr>
            <a:r>
              <a:rPr lang="en-US" u="sng">
                <a:latin typeface="Times New Roman" panose="02020603050405020304"/>
                <a:ea typeface="Times New Roman" panose="02020603050405020304"/>
                <a:cs typeface="Times New Roman" panose="02020603050405020304"/>
                <a:sym typeface="Times New Roman" panose="02020603050405020304"/>
              </a:rPr>
              <a:t>j</a:t>
            </a:r>
            <a:r>
              <a:rPr lang="en-US">
                <a:latin typeface="Times New Roman" panose="02020603050405020304"/>
                <a:ea typeface="Times New Roman" panose="02020603050405020304"/>
                <a:cs typeface="Times New Roman" panose="02020603050405020304"/>
                <a:sym typeface="Times New Roman" panose="02020603050405020304"/>
              </a:rPr>
              <a:t> x </a:t>
            </a:r>
            <a:r>
              <a:rPr lang="en-US" u="sng">
                <a:latin typeface="Times New Roman" panose="02020603050405020304"/>
                <a:ea typeface="Times New Roman" panose="02020603050405020304"/>
                <a:cs typeface="Times New Roman" panose="02020603050405020304"/>
                <a:sym typeface="Times New Roman" panose="02020603050405020304"/>
              </a:rPr>
              <a:t>k</a:t>
            </a:r>
            <a:r>
              <a:rPr lang="en-US">
                <a:latin typeface="Times New Roman" panose="02020603050405020304"/>
                <a:ea typeface="Times New Roman" panose="02020603050405020304"/>
                <a:cs typeface="Times New Roman" panose="02020603050405020304"/>
                <a:sym typeface="Times New Roman" panose="02020603050405020304"/>
              </a:rPr>
              <a:t>= </a:t>
            </a:r>
            <a:r>
              <a:rPr lang="en-US" u="sng">
                <a:latin typeface="Times New Roman" panose="02020603050405020304"/>
                <a:ea typeface="Times New Roman" panose="02020603050405020304"/>
                <a:cs typeface="Times New Roman" panose="02020603050405020304"/>
                <a:sym typeface="Times New Roman" panose="02020603050405020304"/>
              </a:rPr>
              <a:t>i</a:t>
            </a:r>
            <a:endParaRPr u="sng">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spcBef>
                <a:spcPts val="640"/>
              </a:spcBef>
              <a:spcAft>
                <a:spcPts val="0"/>
              </a:spcAft>
              <a:buClr>
                <a:schemeClr val="dk1"/>
              </a:buClr>
              <a:buSzPts val="3200"/>
              <a:buChar char="•"/>
            </a:pPr>
            <a:r>
              <a:rPr lang="en-US" u="sng">
                <a:latin typeface="Times New Roman" panose="02020603050405020304"/>
                <a:ea typeface="Times New Roman" panose="02020603050405020304"/>
                <a:cs typeface="Times New Roman" panose="02020603050405020304"/>
                <a:sym typeface="Times New Roman" panose="02020603050405020304"/>
              </a:rPr>
              <a:t>k</a:t>
            </a:r>
            <a:r>
              <a:rPr lang="en-US">
                <a:latin typeface="Times New Roman" panose="02020603050405020304"/>
                <a:ea typeface="Times New Roman" panose="02020603050405020304"/>
                <a:cs typeface="Times New Roman" panose="02020603050405020304"/>
                <a:sym typeface="Times New Roman" panose="02020603050405020304"/>
              </a:rPr>
              <a:t> x </a:t>
            </a:r>
            <a:r>
              <a:rPr lang="en-US" u="sng">
                <a:latin typeface="Times New Roman" panose="02020603050405020304"/>
                <a:ea typeface="Times New Roman" panose="02020603050405020304"/>
                <a:cs typeface="Times New Roman" panose="02020603050405020304"/>
                <a:sym typeface="Times New Roman" panose="02020603050405020304"/>
              </a:rPr>
              <a:t>j</a:t>
            </a:r>
            <a:r>
              <a:rPr lang="en-US">
                <a:latin typeface="Times New Roman" panose="02020603050405020304"/>
                <a:ea typeface="Times New Roman" panose="02020603050405020304"/>
                <a:cs typeface="Times New Roman" panose="02020603050405020304"/>
                <a:sym typeface="Times New Roman" panose="02020603050405020304"/>
              </a:rPr>
              <a:t>= -</a:t>
            </a:r>
            <a:r>
              <a:rPr lang="en-US" u="sng">
                <a:latin typeface="Times New Roman" panose="02020603050405020304"/>
                <a:ea typeface="Times New Roman" panose="02020603050405020304"/>
                <a:cs typeface="Times New Roman" panose="02020603050405020304"/>
                <a:sym typeface="Times New Roman" panose="02020603050405020304"/>
              </a:rPr>
              <a:t>i</a:t>
            </a:r>
            <a:endParaRPr u="sng">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spcBef>
                <a:spcPts val="640"/>
              </a:spcBef>
              <a:spcAft>
                <a:spcPts val="0"/>
              </a:spcAft>
              <a:buClr>
                <a:schemeClr val="dk1"/>
              </a:buClr>
              <a:buSzPts val="3200"/>
              <a:buChar char="•"/>
            </a:pPr>
            <a:r>
              <a:rPr lang="en-US" u="sng">
                <a:latin typeface="Times New Roman" panose="02020603050405020304"/>
                <a:ea typeface="Times New Roman" panose="02020603050405020304"/>
                <a:cs typeface="Times New Roman" panose="02020603050405020304"/>
                <a:sym typeface="Times New Roman" panose="02020603050405020304"/>
              </a:rPr>
              <a:t>k</a:t>
            </a:r>
            <a:r>
              <a:rPr lang="en-US">
                <a:latin typeface="Times New Roman" panose="02020603050405020304"/>
                <a:ea typeface="Times New Roman" panose="02020603050405020304"/>
                <a:cs typeface="Times New Roman" panose="02020603050405020304"/>
                <a:sym typeface="Times New Roman" panose="02020603050405020304"/>
              </a:rPr>
              <a:t> x </a:t>
            </a:r>
            <a:r>
              <a:rPr lang="en-US" u="sng">
                <a:latin typeface="Times New Roman" panose="02020603050405020304"/>
                <a:ea typeface="Times New Roman" panose="02020603050405020304"/>
                <a:cs typeface="Times New Roman" panose="02020603050405020304"/>
                <a:sym typeface="Times New Roman" panose="02020603050405020304"/>
              </a:rPr>
              <a:t>i</a:t>
            </a:r>
            <a:r>
              <a:rPr lang="en-US">
                <a:latin typeface="Times New Roman" panose="02020603050405020304"/>
                <a:ea typeface="Times New Roman" panose="02020603050405020304"/>
                <a:cs typeface="Times New Roman" panose="02020603050405020304"/>
                <a:sym typeface="Times New Roman" panose="02020603050405020304"/>
              </a:rPr>
              <a:t>= </a:t>
            </a:r>
            <a:r>
              <a:rPr lang="en-US" u="sng">
                <a:latin typeface="Times New Roman" panose="02020603050405020304"/>
                <a:ea typeface="Times New Roman" panose="02020603050405020304"/>
                <a:cs typeface="Times New Roman" panose="02020603050405020304"/>
                <a:sym typeface="Times New Roman" panose="02020603050405020304"/>
              </a:rPr>
              <a:t>j</a:t>
            </a:r>
            <a:endParaRPr u="sng">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spcBef>
                <a:spcPts val="640"/>
              </a:spcBef>
              <a:spcAft>
                <a:spcPts val="0"/>
              </a:spcAft>
              <a:buClr>
                <a:schemeClr val="dk1"/>
              </a:buClr>
              <a:buSzPts val="3200"/>
              <a:buChar char="•"/>
            </a:pPr>
            <a:r>
              <a:rPr lang="en-US" u="sng">
                <a:latin typeface="Times New Roman" panose="02020603050405020304"/>
                <a:ea typeface="Times New Roman" panose="02020603050405020304"/>
                <a:cs typeface="Times New Roman" panose="02020603050405020304"/>
                <a:sym typeface="Times New Roman" panose="02020603050405020304"/>
              </a:rPr>
              <a:t>i</a:t>
            </a:r>
            <a:r>
              <a:rPr lang="en-US">
                <a:latin typeface="Times New Roman" panose="02020603050405020304"/>
                <a:ea typeface="Times New Roman" panose="02020603050405020304"/>
                <a:cs typeface="Times New Roman" panose="02020603050405020304"/>
                <a:sym typeface="Times New Roman" panose="02020603050405020304"/>
              </a:rPr>
              <a:t> x </a:t>
            </a:r>
            <a:r>
              <a:rPr lang="en-US" u="sng">
                <a:latin typeface="Times New Roman" panose="02020603050405020304"/>
                <a:ea typeface="Times New Roman" panose="02020603050405020304"/>
                <a:cs typeface="Times New Roman" panose="02020603050405020304"/>
                <a:sym typeface="Times New Roman" panose="02020603050405020304"/>
              </a:rPr>
              <a:t>k</a:t>
            </a:r>
            <a:r>
              <a:rPr lang="en-US">
                <a:latin typeface="Times New Roman" panose="02020603050405020304"/>
                <a:ea typeface="Times New Roman" panose="02020603050405020304"/>
                <a:cs typeface="Times New Roman" panose="02020603050405020304"/>
                <a:sym typeface="Times New Roman" panose="02020603050405020304"/>
              </a:rPr>
              <a:t>= -</a:t>
            </a:r>
            <a:r>
              <a:rPr lang="en-US" u="sng">
                <a:latin typeface="Times New Roman" panose="02020603050405020304"/>
                <a:ea typeface="Times New Roman" panose="02020603050405020304"/>
                <a:cs typeface="Times New Roman" panose="02020603050405020304"/>
                <a:sym typeface="Times New Roman" panose="02020603050405020304"/>
              </a:rPr>
              <a:t>j</a:t>
            </a:r>
            <a:endParaRPr u="sng">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spcBef>
                <a:spcPts val="640"/>
              </a:spcBef>
              <a:spcAft>
                <a:spcPts val="0"/>
              </a:spcAft>
              <a:buClr>
                <a:schemeClr val="dk1"/>
              </a:buClr>
              <a:buSzPts val="3200"/>
              <a:buChar char="•"/>
            </a:pPr>
            <a:r>
              <a:rPr lang="en-US" u="sng">
                <a:latin typeface="Times New Roman" panose="02020603050405020304"/>
                <a:ea typeface="Times New Roman" panose="02020603050405020304"/>
                <a:cs typeface="Times New Roman" panose="02020603050405020304"/>
                <a:sym typeface="Times New Roman" panose="02020603050405020304"/>
              </a:rPr>
              <a:t>i</a:t>
            </a:r>
            <a:r>
              <a:rPr lang="en-US">
                <a:latin typeface="Times New Roman" panose="02020603050405020304"/>
                <a:ea typeface="Times New Roman" panose="02020603050405020304"/>
                <a:cs typeface="Times New Roman" panose="02020603050405020304"/>
                <a:sym typeface="Times New Roman" panose="02020603050405020304"/>
              </a:rPr>
              <a:t> x </a:t>
            </a:r>
            <a:r>
              <a:rPr lang="en-US" u="sng">
                <a:latin typeface="Times New Roman" panose="02020603050405020304"/>
                <a:ea typeface="Times New Roman" panose="02020603050405020304"/>
                <a:cs typeface="Times New Roman" panose="02020603050405020304"/>
                <a:sym typeface="Times New Roman" panose="02020603050405020304"/>
              </a:rPr>
              <a:t>i</a:t>
            </a:r>
            <a:r>
              <a:rPr lang="en-US">
                <a:latin typeface="Times New Roman" panose="02020603050405020304"/>
                <a:ea typeface="Times New Roman" panose="02020603050405020304"/>
                <a:cs typeface="Times New Roman" panose="02020603050405020304"/>
                <a:sym typeface="Times New Roman" panose="02020603050405020304"/>
              </a:rPr>
              <a:t>= 0, </a:t>
            </a:r>
            <a:r>
              <a:rPr lang="en-US" u="sng">
                <a:latin typeface="Times New Roman" panose="02020603050405020304"/>
                <a:ea typeface="Times New Roman" panose="02020603050405020304"/>
                <a:cs typeface="Times New Roman" panose="02020603050405020304"/>
                <a:sym typeface="Times New Roman" panose="02020603050405020304"/>
              </a:rPr>
              <a:t>j</a:t>
            </a:r>
            <a:r>
              <a:rPr lang="en-US">
                <a:latin typeface="Times New Roman" panose="02020603050405020304"/>
                <a:ea typeface="Times New Roman" panose="02020603050405020304"/>
                <a:cs typeface="Times New Roman" panose="02020603050405020304"/>
                <a:sym typeface="Times New Roman" panose="02020603050405020304"/>
              </a:rPr>
              <a:t> x </a:t>
            </a:r>
            <a:r>
              <a:rPr lang="en-US" u="sng">
                <a:latin typeface="Times New Roman" panose="02020603050405020304"/>
                <a:ea typeface="Times New Roman" panose="02020603050405020304"/>
                <a:cs typeface="Times New Roman" panose="02020603050405020304"/>
                <a:sym typeface="Times New Roman" panose="02020603050405020304"/>
              </a:rPr>
              <a:t>j</a:t>
            </a:r>
            <a:r>
              <a:rPr lang="en-US">
                <a:latin typeface="Times New Roman" panose="02020603050405020304"/>
                <a:ea typeface="Times New Roman" panose="02020603050405020304"/>
                <a:cs typeface="Times New Roman" panose="02020603050405020304"/>
                <a:sym typeface="Times New Roman" panose="02020603050405020304"/>
              </a:rPr>
              <a:t>= 0, </a:t>
            </a:r>
            <a:r>
              <a:rPr lang="en-US" u="sng">
                <a:latin typeface="Times New Roman" panose="02020603050405020304"/>
                <a:ea typeface="Times New Roman" panose="02020603050405020304"/>
                <a:cs typeface="Times New Roman" panose="02020603050405020304"/>
                <a:sym typeface="Times New Roman" panose="02020603050405020304"/>
              </a:rPr>
              <a:t>k</a:t>
            </a:r>
            <a:r>
              <a:rPr lang="en-US">
                <a:latin typeface="Times New Roman" panose="02020603050405020304"/>
                <a:ea typeface="Times New Roman" panose="02020603050405020304"/>
                <a:cs typeface="Times New Roman" panose="02020603050405020304"/>
                <a:sym typeface="Times New Roman" panose="02020603050405020304"/>
              </a:rPr>
              <a:t> x </a:t>
            </a:r>
            <a:r>
              <a:rPr lang="en-US" u="sng">
                <a:latin typeface="Times New Roman" panose="02020603050405020304"/>
                <a:ea typeface="Times New Roman" panose="02020603050405020304"/>
                <a:cs typeface="Times New Roman" panose="02020603050405020304"/>
                <a:sym typeface="Times New Roman" panose="02020603050405020304"/>
              </a:rPr>
              <a:t>k</a:t>
            </a:r>
            <a:r>
              <a:rPr lang="en-US">
                <a:latin typeface="Times New Roman" panose="02020603050405020304"/>
                <a:ea typeface="Times New Roman" panose="02020603050405020304"/>
                <a:cs typeface="Times New Roman" panose="02020603050405020304"/>
                <a:sym typeface="Times New Roman" panose="02020603050405020304"/>
              </a:rPr>
              <a:t>= 0</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1056" name="Google Shape;1056;p87"/>
          <p:cNvSpPr txBox="1"/>
          <p:nvPr/>
        </p:nvSpPr>
        <p:spPr>
          <a:xfrm>
            <a:off x="3733800" y="3048000"/>
            <a:ext cx="1841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400">
              <a:solidFill>
                <a:schemeClr val="dk1"/>
              </a:solidFill>
              <a:latin typeface="Calibri" panose="020F0502020204030204"/>
              <a:ea typeface="Calibri" panose="020F0502020204030204"/>
              <a:cs typeface="Calibri" panose="020F0502020204030204"/>
              <a:sym typeface="Calibri" panose="020F0502020204030204"/>
            </a:endParaRPr>
          </a:p>
        </p:txBody>
      </p:sp>
      <p:cxnSp>
        <p:nvCxnSpPr>
          <p:cNvPr id="1057" name="Google Shape;1057;p87"/>
          <p:cNvCxnSpPr/>
          <p:nvPr/>
        </p:nvCxnSpPr>
        <p:spPr>
          <a:xfrm>
            <a:off x="5715000" y="2438400"/>
            <a:ext cx="0" cy="1143000"/>
          </a:xfrm>
          <a:prstGeom prst="straightConnector1">
            <a:avLst/>
          </a:prstGeom>
          <a:noFill/>
          <a:ln w="9525" cap="flat" cmpd="sng">
            <a:solidFill>
              <a:schemeClr val="dk1"/>
            </a:solidFill>
            <a:prstDash val="solid"/>
            <a:round/>
            <a:headEnd type="none" w="sm" len="sm"/>
            <a:tailEnd type="none" w="sm" len="sm"/>
          </a:ln>
        </p:spPr>
      </p:cxnSp>
      <p:cxnSp>
        <p:nvCxnSpPr>
          <p:cNvPr id="1058" name="Google Shape;1058;p87"/>
          <p:cNvCxnSpPr/>
          <p:nvPr/>
        </p:nvCxnSpPr>
        <p:spPr>
          <a:xfrm>
            <a:off x="5715000" y="3581400"/>
            <a:ext cx="1371600" cy="0"/>
          </a:xfrm>
          <a:prstGeom prst="straightConnector1">
            <a:avLst/>
          </a:prstGeom>
          <a:noFill/>
          <a:ln w="9525" cap="flat" cmpd="sng">
            <a:solidFill>
              <a:schemeClr val="dk1"/>
            </a:solidFill>
            <a:prstDash val="solid"/>
            <a:round/>
            <a:headEnd type="none" w="sm" len="sm"/>
            <a:tailEnd type="none" w="sm" len="sm"/>
          </a:ln>
        </p:spPr>
      </p:cxnSp>
      <p:cxnSp>
        <p:nvCxnSpPr>
          <p:cNvPr id="1059" name="Google Shape;1059;p87"/>
          <p:cNvCxnSpPr/>
          <p:nvPr/>
        </p:nvCxnSpPr>
        <p:spPr>
          <a:xfrm flipH="1">
            <a:off x="4953000" y="3581400"/>
            <a:ext cx="762000" cy="762000"/>
          </a:xfrm>
          <a:prstGeom prst="straightConnector1">
            <a:avLst/>
          </a:prstGeom>
          <a:noFill/>
          <a:ln w="9525" cap="flat" cmpd="sng">
            <a:solidFill>
              <a:schemeClr val="dk1"/>
            </a:solidFill>
            <a:prstDash val="solid"/>
            <a:round/>
            <a:headEnd type="none" w="sm" len="sm"/>
            <a:tailEnd type="none" w="sm" len="sm"/>
          </a:ln>
        </p:spPr>
      </p:cxnSp>
      <p:sp>
        <p:nvSpPr>
          <p:cNvPr id="1060" name="Google Shape;1060;p87"/>
          <p:cNvSpPr txBox="1"/>
          <p:nvPr/>
        </p:nvSpPr>
        <p:spPr>
          <a:xfrm>
            <a:off x="6918325" y="3622675"/>
            <a:ext cx="3365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panose="020F0502020204030204"/>
                <a:ea typeface="Calibri" panose="020F0502020204030204"/>
                <a:cs typeface="Calibri" panose="020F0502020204030204"/>
                <a:sym typeface="Calibri" panose="020F0502020204030204"/>
              </a:rPr>
              <a:t>x</a:t>
            </a:r>
            <a:endParaRPr sz="2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61" name="Google Shape;1061;p87"/>
          <p:cNvSpPr txBox="1"/>
          <p:nvPr/>
        </p:nvSpPr>
        <p:spPr>
          <a:xfrm>
            <a:off x="5775325" y="2251075"/>
            <a:ext cx="3365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panose="020F0502020204030204"/>
                <a:ea typeface="Calibri" panose="020F0502020204030204"/>
                <a:cs typeface="Calibri" panose="020F0502020204030204"/>
                <a:sym typeface="Calibri" panose="020F0502020204030204"/>
              </a:rPr>
              <a:t>y</a:t>
            </a:r>
            <a:endParaRPr sz="2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62" name="Google Shape;1062;p87"/>
          <p:cNvSpPr txBox="1"/>
          <p:nvPr/>
        </p:nvSpPr>
        <p:spPr>
          <a:xfrm>
            <a:off x="5029200" y="4267200"/>
            <a:ext cx="1841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63" name="Google Shape;1063;p87"/>
          <p:cNvSpPr txBox="1"/>
          <p:nvPr/>
        </p:nvSpPr>
        <p:spPr>
          <a:xfrm>
            <a:off x="4953000" y="4191000"/>
            <a:ext cx="319088"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panose="020F0502020204030204"/>
                <a:ea typeface="Calibri" panose="020F0502020204030204"/>
                <a:cs typeface="Calibri" panose="020F0502020204030204"/>
                <a:sym typeface="Calibri" panose="020F0502020204030204"/>
              </a:rPr>
              <a:t>z</a:t>
            </a:r>
            <a:endParaRPr sz="2400">
              <a:solidFill>
                <a:schemeClr val="dk1"/>
              </a:solidFill>
              <a:latin typeface="Calibri" panose="020F0502020204030204"/>
              <a:ea typeface="Calibri" panose="020F0502020204030204"/>
              <a:cs typeface="Calibri" panose="020F0502020204030204"/>
              <a:sym typeface="Calibri" panose="020F0502020204030204"/>
            </a:endParaRPr>
          </a:p>
        </p:txBody>
      </p:sp>
      <p:cxnSp>
        <p:nvCxnSpPr>
          <p:cNvPr id="1064" name="Google Shape;1064;p87"/>
          <p:cNvCxnSpPr/>
          <p:nvPr/>
        </p:nvCxnSpPr>
        <p:spPr>
          <a:xfrm rot="10800000" flipH="1">
            <a:off x="5715000" y="2743200"/>
            <a:ext cx="838200" cy="838200"/>
          </a:xfrm>
          <a:prstGeom prst="straightConnector1">
            <a:avLst/>
          </a:prstGeom>
          <a:noFill/>
          <a:ln w="9525" cap="flat" cmpd="sng">
            <a:solidFill>
              <a:schemeClr val="dk1"/>
            </a:solidFill>
            <a:prstDash val="dot"/>
            <a:round/>
            <a:headEnd type="none" w="sm" len="sm"/>
            <a:tailEnd type="none" w="sm" len="sm"/>
          </a:ln>
        </p:spPr>
      </p:cxnSp>
      <p:cxnSp>
        <p:nvCxnSpPr>
          <p:cNvPr id="1065" name="Google Shape;1065;p87"/>
          <p:cNvCxnSpPr/>
          <p:nvPr/>
        </p:nvCxnSpPr>
        <p:spPr>
          <a:xfrm>
            <a:off x="5715000" y="3581400"/>
            <a:ext cx="457200" cy="0"/>
          </a:xfrm>
          <a:prstGeom prst="straightConnector1">
            <a:avLst/>
          </a:prstGeom>
          <a:noFill/>
          <a:ln w="9525" cap="flat" cmpd="sng">
            <a:solidFill>
              <a:srgbClr val="FF0000"/>
            </a:solidFill>
            <a:prstDash val="solid"/>
            <a:round/>
            <a:headEnd type="none" w="sm" len="sm"/>
            <a:tailEnd type="triangle" w="med" len="med"/>
          </a:ln>
        </p:spPr>
      </p:cxnSp>
      <p:cxnSp>
        <p:nvCxnSpPr>
          <p:cNvPr id="1066" name="Google Shape;1066;p87"/>
          <p:cNvCxnSpPr/>
          <p:nvPr/>
        </p:nvCxnSpPr>
        <p:spPr>
          <a:xfrm rot="10800000">
            <a:off x="5715000" y="3200400"/>
            <a:ext cx="0" cy="381000"/>
          </a:xfrm>
          <a:prstGeom prst="straightConnector1">
            <a:avLst/>
          </a:prstGeom>
          <a:noFill/>
          <a:ln w="9525" cap="flat" cmpd="sng">
            <a:solidFill>
              <a:srgbClr val="FF0000"/>
            </a:solidFill>
            <a:prstDash val="solid"/>
            <a:round/>
            <a:headEnd type="none" w="sm" len="sm"/>
            <a:tailEnd type="triangle" w="med" len="med"/>
          </a:ln>
        </p:spPr>
      </p:cxnSp>
      <p:cxnSp>
        <p:nvCxnSpPr>
          <p:cNvPr id="1067" name="Google Shape;1067;p87"/>
          <p:cNvCxnSpPr/>
          <p:nvPr/>
        </p:nvCxnSpPr>
        <p:spPr>
          <a:xfrm flipH="1">
            <a:off x="5410200" y="3581400"/>
            <a:ext cx="304800" cy="304800"/>
          </a:xfrm>
          <a:prstGeom prst="straightConnector1">
            <a:avLst/>
          </a:prstGeom>
          <a:noFill/>
          <a:ln w="9525" cap="flat" cmpd="sng">
            <a:solidFill>
              <a:srgbClr val="FF0000"/>
            </a:solidFill>
            <a:prstDash val="solid"/>
            <a:round/>
            <a:headEnd type="none" w="sm" len="sm"/>
            <a:tailEnd type="triangle" w="med" len="med"/>
          </a:ln>
        </p:spPr>
      </p:cxnSp>
      <p:sp>
        <p:nvSpPr>
          <p:cNvPr id="1068" name="Google Shape;1068;p87"/>
          <p:cNvSpPr txBox="1"/>
          <p:nvPr/>
        </p:nvSpPr>
        <p:spPr>
          <a:xfrm>
            <a:off x="5775325" y="3165475"/>
            <a:ext cx="268288"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a:solidFill>
                  <a:schemeClr val="dk1"/>
                </a:solidFill>
                <a:latin typeface="Calibri" panose="020F0502020204030204"/>
                <a:ea typeface="Calibri" panose="020F0502020204030204"/>
                <a:cs typeface="Calibri" panose="020F0502020204030204"/>
                <a:sym typeface="Calibri" panose="020F0502020204030204"/>
              </a:rPr>
              <a:t>i</a:t>
            </a:r>
            <a:endParaRPr sz="2400" u="sng">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69" name="Google Shape;1069;p87"/>
          <p:cNvSpPr txBox="1"/>
          <p:nvPr/>
        </p:nvSpPr>
        <p:spPr>
          <a:xfrm>
            <a:off x="5486400" y="3048000"/>
            <a:ext cx="1841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70" name="Google Shape;1070;p87"/>
          <p:cNvSpPr txBox="1"/>
          <p:nvPr/>
        </p:nvSpPr>
        <p:spPr>
          <a:xfrm>
            <a:off x="5470525" y="2936875"/>
            <a:ext cx="268288"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a:solidFill>
                  <a:schemeClr val="dk1"/>
                </a:solidFill>
                <a:latin typeface="Calibri" panose="020F0502020204030204"/>
                <a:ea typeface="Calibri" panose="020F0502020204030204"/>
                <a:cs typeface="Calibri" panose="020F0502020204030204"/>
                <a:sym typeface="Calibri" panose="020F0502020204030204"/>
              </a:rPr>
              <a:t>j</a:t>
            </a:r>
            <a:endParaRPr sz="2400" u="sng">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71" name="Google Shape;1071;p87"/>
          <p:cNvSpPr txBox="1"/>
          <p:nvPr/>
        </p:nvSpPr>
        <p:spPr>
          <a:xfrm>
            <a:off x="5470525" y="3546475"/>
            <a:ext cx="3365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a:solidFill>
                  <a:schemeClr val="dk1"/>
                </a:solidFill>
                <a:latin typeface="Calibri" panose="020F0502020204030204"/>
                <a:ea typeface="Calibri" panose="020F0502020204030204"/>
                <a:cs typeface="Calibri" panose="020F0502020204030204"/>
                <a:sym typeface="Calibri" panose="020F0502020204030204"/>
              </a:rPr>
              <a:t>k</a:t>
            </a:r>
            <a:endParaRPr sz="2400" u="sng">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72" name="Google Shape;1072;p87"/>
          <p:cNvSpPr/>
          <p:nvPr/>
        </p:nvSpPr>
        <p:spPr>
          <a:xfrm>
            <a:off x="6858000" y="4800600"/>
            <a:ext cx="1066800" cy="10668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cxnSp>
        <p:nvCxnSpPr>
          <p:cNvPr id="1073" name="Google Shape;1073;p87"/>
          <p:cNvCxnSpPr/>
          <p:nvPr/>
        </p:nvCxnSpPr>
        <p:spPr>
          <a:xfrm>
            <a:off x="6858000" y="5410200"/>
            <a:ext cx="0" cy="152400"/>
          </a:xfrm>
          <a:prstGeom prst="straightConnector1">
            <a:avLst/>
          </a:prstGeom>
          <a:noFill/>
          <a:ln w="98425" cap="flat" cmpd="sng">
            <a:solidFill>
              <a:schemeClr val="dk1"/>
            </a:solidFill>
            <a:prstDash val="solid"/>
            <a:round/>
            <a:headEnd type="none" w="sm" len="sm"/>
            <a:tailEnd type="stealth" w="med" len="med"/>
          </a:ln>
        </p:spPr>
      </p:cxnSp>
      <p:sp>
        <p:nvSpPr>
          <p:cNvPr id="1074" name="Google Shape;1074;p87"/>
          <p:cNvSpPr txBox="1"/>
          <p:nvPr/>
        </p:nvSpPr>
        <p:spPr>
          <a:xfrm>
            <a:off x="7908925" y="5070475"/>
            <a:ext cx="268288"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a:solidFill>
                  <a:schemeClr val="dk1"/>
                </a:solidFill>
                <a:latin typeface="Calibri" panose="020F0502020204030204"/>
                <a:ea typeface="Calibri" panose="020F0502020204030204"/>
                <a:cs typeface="Calibri" panose="020F0502020204030204"/>
                <a:sym typeface="Calibri" panose="020F0502020204030204"/>
              </a:rPr>
              <a:t>i</a:t>
            </a:r>
            <a:endParaRPr sz="2400" u="sng">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75" name="Google Shape;1075;p87"/>
          <p:cNvSpPr txBox="1"/>
          <p:nvPr/>
        </p:nvSpPr>
        <p:spPr>
          <a:xfrm>
            <a:off x="7299325" y="4384675"/>
            <a:ext cx="268288"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a:solidFill>
                  <a:schemeClr val="dk1"/>
                </a:solidFill>
                <a:latin typeface="Calibri" panose="020F0502020204030204"/>
                <a:ea typeface="Calibri" panose="020F0502020204030204"/>
                <a:cs typeface="Calibri" panose="020F0502020204030204"/>
                <a:sym typeface="Calibri" panose="020F0502020204030204"/>
              </a:rPr>
              <a:t>j</a:t>
            </a:r>
            <a:endParaRPr sz="2400" u="sng">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76" name="Google Shape;1076;p87"/>
          <p:cNvSpPr txBox="1"/>
          <p:nvPr/>
        </p:nvSpPr>
        <p:spPr>
          <a:xfrm>
            <a:off x="6461125" y="4994275"/>
            <a:ext cx="3365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a:solidFill>
                  <a:schemeClr val="dk1"/>
                </a:solidFill>
                <a:latin typeface="Calibri" panose="020F0502020204030204"/>
                <a:ea typeface="Calibri" panose="020F0502020204030204"/>
                <a:cs typeface="Calibri" panose="020F0502020204030204"/>
                <a:sym typeface="Calibri" panose="020F0502020204030204"/>
              </a:rPr>
              <a:t>k</a:t>
            </a:r>
            <a:endParaRPr sz="2400" u="sng">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77" name="Google Shape;1077;p87"/>
          <p:cNvSpPr txBox="1"/>
          <p:nvPr/>
        </p:nvSpPr>
        <p:spPr>
          <a:xfrm>
            <a:off x="7620000" y="4191000"/>
            <a:ext cx="1336675"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panose="020F0502020204030204"/>
                <a:ea typeface="Calibri" panose="020F0502020204030204"/>
                <a:cs typeface="Calibri" panose="020F0502020204030204"/>
                <a:sym typeface="Calibri" panose="020F0502020204030204"/>
              </a:rPr>
              <a:t>(+):CCW</a:t>
            </a:r>
            <a:endParaRPr sz="2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78" name="Google Shape;1078;p87"/>
          <p:cNvSpPr txBox="1"/>
          <p:nvPr/>
        </p:nvSpPr>
        <p:spPr>
          <a:xfrm>
            <a:off x="7772400" y="5791200"/>
            <a:ext cx="1063625"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panose="020F0502020204030204"/>
                <a:ea typeface="Calibri" panose="020F0502020204030204"/>
                <a:cs typeface="Calibri" panose="020F0502020204030204"/>
                <a:sym typeface="Calibri" panose="020F0502020204030204"/>
              </a:rPr>
              <a:t>(-):CW</a:t>
            </a:r>
            <a:endParaRPr sz="2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79" name="Google Shape;1079;p8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1080" name="Google Shape;1080;p8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81" name="Google Shape;1081;p8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085" name="Shape 1085"/>
        <p:cNvGrpSpPr/>
        <p:nvPr/>
      </p:nvGrpSpPr>
      <p:grpSpPr>
        <a:xfrm>
          <a:off x="0" y="0"/>
          <a:ext cx="0" cy="0"/>
          <a:chOff x="0" y="0"/>
          <a:chExt cx="0" cy="0"/>
        </a:xfrm>
      </p:grpSpPr>
      <p:sp>
        <p:nvSpPr>
          <p:cNvPr id="1086" name="Google Shape;1086;p8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panose="02020603050405020304"/>
              <a:buNone/>
            </a:pPr>
            <a:r>
              <a:rPr lang="en-US">
                <a:latin typeface="Times New Roman" panose="02020603050405020304"/>
                <a:ea typeface="Times New Roman" panose="02020603050405020304"/>
                <a:cs typeface="Times New Roman" panose="02020603050405020304"/>
                <a:sym typeface="Times New Roman" panose="02020603050405020304"/>
              </a:rPr>
              <a:t>Unit vector in Cartesian Coordinate</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1087" name="Google Shape;1087;p88"/>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It is vector of unit magnitude.</a:t>
            </a:r>
            <a:endParaRPr lang="en-US"/>
          </a:p>
          <a:p>
            <a:pPr marL="342900" lvl="0" indent="-139700" algn="l" rtl="0">
              <a:spcBef>
                <a:spcPts val="640"/>
              </a:spcBef>
              <a:spcAft>
                <a:spcPts val="0"/>
              </a:spcAft>
              <a:buClr>
                <a:schemeClr val="dk1"/>
              </a:buClr>
              <a:buSzPts val="3200"/>
              <a:buNone/>
            </a:pPr>
          </a:p>
        </p:txBody>
      </p:sp>
      <p:sp>
        <p:nvSpPr>
          <p:cNvPr id="1088" name="Google Shape;1088;p8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1089" name="Google Shape;1089;p8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1090" name="Google Shape;1090;p8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1091" name="Google Shape;1091;p88"/>
          <p:cNvPicPr preferRelativeResize="0"/>
          <p:nvPr/>
        </p:nvPicPr>
        <p:blipFill rotWithShape="1">
          <a:blip r:embed="rId1"/>
          <a:srcRect/>
          <a:stretch>
            <a:fillRect/>
          </a:stretch>
        </p:blipFill>
        <p:spPr>
          <a:xfrm>
            <a:off x="609600" y="2305345"/>
            <a:ext cx="6629400" cy="825834"/>
          </a:xfrm>
          <a:prstGeom prst="rect">
            <a:avLst/>
          </a:prstGeom>
          <a:noFill/>
          <a:ln>
            <a:noFill/>
          </a:ln>
        </p:spPr>
      </p:pic>
      <p:pic>
        <p:nvPicPr>
          <p:cNvPr id="1092" name="Google Shape;1092;p88"/>
          <p:cNvPicPr preferRelativeResize="0"/>
          <p:nvPr/>
        </p:nvPicPr>
        <p:blipFill rotWithShape="1">
          <a:blip r:embed="rId2"/>
          <a:srcRect t="9768" b="7713"/>
          <a:stretch>
            <a:fillRect/>
          </a:stretch>
        </p:blipFill>
        <p:spPr>
          <a:xfrm>
            <a:off x="518463" y="3103418"/>
            <a:ext cx="7396163" cy="1634838"/>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096" name="Shape 1096"/>
        <p:cNvGrpSpPr/>
        <p:nvPr/>
      </p:nvGrpSpPr>
      <p:grpSpPr>
        <a:xfrm>
          <a:off x="0" y="0"/>
          <a:ext cx="0" cy="0"/>
          <a:chOff x="0" y="0"/>
          <a:chExt cx="0" cy="0"/>
        </a:xfrm>
      </p:grpSpPr>
      <p:sp>
        <p:nvSpPr>
          <p:cNvPr id="1097" name="Google Shape;1097;p89"/>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p>
        </p:txBody>
      </p:sp>
      <p:sp>
        <p:nvSpPr>
          <p:cNvPr id="1098" name="Google Shape;1098;p8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1099" name="Google Shape;1099;p8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1100" name="Google Shape;1100;p8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1101" name="Google Shape;1101;p89"/>
          <p:cNvPicPr preferRelativeResize="0"/>
          <p:nvPr>
            <p:ph type="body" idx="1"/>
          </p:nvPr>
        </p:nvPicPr>
        <p:blipFill rotWithShape="1">
          <a:blip r:embed="rId1"/>
          <a:srcRect/>
          <a:stretch>
            <a:fillRect/>
          </a:stretch>
        </p:blipFill>
        <p:spPr>
          <a:xfrm>
            <a:off x="6927" y="1371600"/>
            <a:ext cx="9137074" cy="1676400"/>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105" name="Shape 1105"/>
        <p:cNvGrpSpPr/>
        <p:nvPr/>
      </p:nvGrpSpPr>
      <p:grpSpPr>
        <a:xfrm>
          <a:off x="0" y="0"/>
          <a:ext cx="0" cy="0"/>
          <a:chOff x="0" y="0"/>
          <a:chExt cx="0" cy="0"/>
        </a:xfrm>
      </p:grpSpPr>
      <p:sp>
        <p:nvSpPr>
          <p:cNvPr id="1106" name="Google Shape;1106;p90"/>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p>
        </p:txBody>
      </p:sp>
      <p:sp>
        <p:nvSpPr>
          <p:cNvPr id="1107" name="Google Shape;1107;p9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1108" name="Google Shape;1108;p9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1109" name="Google Shape;1109;p9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1110" name="Google Shape;1110;p90"/>
          <p:cNvPicPr preferRelativeResize="0"/>
          <p:nvPr>
            <p:ph type="body" idx="1"/>
          </p:nvPr>
        </p:nvPicPr>
        <p:blipFill rotWithShape="1">
          <a:blip r:embed="rId1"/>
          <a:srcRect/>
          <a:stretch>
            <a:fillRect/>
          </a:stretch>
        </p:blipFill>
        <p:spPr>
          <a:xfrm>
            <a:off x="27709" y="0"/>
            <a:ext cx="9040092" cy="2971800"/>
          </a:xfrm>
          <a:prstGeom prst="rect">
            <a:avLst/>
          </a:prstGeom>
          <a:noFill/>
          <a:ln>
            <a:noFill/>
          </a:ln>
        </p:spPr>
      </p:pic>
      <p:pic>
        <p:nvPicPr>
          <p:cNvPr id="1111" name="Google Shape;1111;p90"/>
          <p:cNvPicPr preferRelativeResize="0"/>
          <p:nvPr/>
        </p:nvPicPr>
        <p:blipFill rotWithShape="1">
          <a:blip r:embed="rId2"/>
          <a:srcRect/>
          <a:stretch>
            <a:fillRect/>
          </a:stretch>
        </p:blipFill>
        <p:spPr>
          <a:xfrm>
            <a:off x="381000" y="2895600"/>
            <a:ext cx="8229600" cy="3048000"/>
          </a:xfrm>
          <a:prstGeom prst="rect">
            <a:avLst/>
          </a:prstGeom>
          <a:noFill/>
          <a:ln>
            <a:noFill/>
          </a:ln>
        </p:spPr>
      </p:pic>
      <p:pic>
        <p:nvPicPr>
          <p:cNvPr id="1112" name="Google Shape;1112;p90"/>
          <p:cNvPicPr preferRelativeResize="0"/>
          <p:nvPr/>
        </p:nvPicPr>
        <p:blipFill rotWithShape="1">
          <a:blip r:embed="rId3"/>
          <a:srcRect/>
          <a:stretch>
            <a:fillRect/>
          </a:stretch>
        </p:blipFill>
        <p:spPr>
          <a:xfrm>
            <a:off x="381000" y="5867400"/>
            <a:ext cx="7586662" cy="604837"/>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116" name="Shape 1116"/>
        <p:cNvGrpSpPr/>
        <p:nvPr/>
      </p:nvGrpSpPr>
      <p:grpSpPr>
        <a:xfrm>
          <a:off x="0" y="0"/>
          <a:ext cx="0" cy="0"/>
          <a:chOff x="0" y="0"/>
          <a:chExt cx="0" cy="0"/>
        </a:xfrm>
      </p:grpSpPr>
      <p:sp>
        <p:nvSpPr>
          <p:cNvPr id="1117" name="Google Shape;1117;p9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p>
        </p:txBody>
      </p:sp>
      <p:sp>
        <p:nvSpPr>
          <p:cNvPr id="1118" name="Google Shape;1118;p9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1119" name="Google Shape;1119;p9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1120" name="Google Shape;1120;p9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1121" name="Google Shape;1121;p91"/>
          <p:cNvPicPr preferRelativeResize="0"/>
          <p:nvPr>
            <p:ph type="body" idx="1"/>
          </p:nvPr>
        </p:nvPicPr>
        <p:blipFill rotWithShape="1">
          <a:blip r:embed="rId1"/>
          <a:srcRect/>
          <a:stretch>
            <a:fillRect/>
          </a:stretch>
        </p:blipFill>
        <p:spPr>
          <a:xfrm>
            <a:off x="0" y="76200"/>
            <a:ext cx="9144000" cy="6248400"/>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125" name="Shape 1125"/>
        <p:cNvGrpSpPr/>
        <p:nvPr/>
      </p:nvGrpSpPr>
      <p:grpSpPr>
        <a:xfrm>
          <a:off x="0" y="0"/>
          <a:ext cx="0" cy="0"/>
          <a:chOff x="0" y="0"/>
          <a:chExt cx="0" cy="0"/>
        </a:xfrm>
      </p:grpSpPr>
      <p:sp>
        <p:nvSpPr>
          <p:cNvPr id="1126" name="Google Shape;1126;p92"/>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p>
        </p:txBody>
      </p:sp>
      <p:sp>
        <p:nvSpPr>
          <p:cNvPr id="1127" name="Google Shape;1127;p9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1128" name="Google Shape;1128;p9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1129" name="Google Shape;1129;p9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1130" name="Google Shape;1130;p92"/>
          <p:cNvPicPr preferRelativeResize="0"/>
          <p:nvPr>
            <p:ph type="body" idx="1"/>
          </p:nvPr>
        </p:nvPicPr>
        <p:blipFill rotWithShape="1">
          <a:blip r:embed="rId1"/>
          <a:srcRect/>
          <a:stretch>
            <a:fillRect/>
          </a:stretch>
        </p:blipFill>
        <p:spPr>
          <a:xfrm>
            <a:off x="6926" y="914400"/>
            <a:ext cx="9060874" cy="3609258"/>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134" name="Shape 1134"/>
        <p:cNvGrpSpPr/>
        <p:nvPr/>
      </p:nvGrpSpPr>
      <p:grpSpPr>
        <a:xfrm>
          <a:off x="0" y="0"/>
          <a:ext cx="0" cy="0"/>
          <a:chOff x="0" y="0"/>
          <a:chExt cx="0" cy="0"/>
        </a:xfrm>
      </p:grpSpPr>
      <p:sp>
        <p:nvSpPr>
          <p:cNvPr id="1135" name="Google Shape;1135;p93"/>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p>
        </p:txBody>
      </p:sp>
      <p:sp>
        <p:nvSpPr>
          <p:cNvPr id="1136" name="Google Shape;1136;p9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1137" name="Google Shape;1137;p9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1138" name="Google Shape;1138;p9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1139" name="Google Shape;1139;p93"/>
          <p:cNvPicPr preferRelativeResize="0"/>
          <p:nvPr>
            <p:ph type="body" idx="1"/>
          </p:nvPr>
        </p:nvPicPr>
        <p:blipFill rotWithShape="1">
          <a:blip r:embed="rId1"/>
          <a:srcRect/>
          <a:stretch>
            <a:fillRect/>
          </a:stretch>
        </p:blipFill>
        <p:spPr>
          <a:xfrm>
            <a:off x="-6928" y="-1"/>
            <a:ext cx="9097056" cy="6172201"/>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143" name="Shape 1143"/>
        <p:cNvGrpSpPr/>
        <p:nvPr/>
      </p:nvGrpSpPr>
      <p:grpSpPr>
        <a:xfrm>
          <a:off x="0" y="0"/>
          <a:ext cx="0" cy="0"/>
          <a:chOff x="0" y="0"/>
          <a:chExt cx="0" cy="0"/>
        </a:xfrm>
      </p:grpSpPr>
      <p:sp>
        <p:nvSpPr>
          <p:cNvPr id="1144" name="Google Shape;1144;p9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p>
        </p:txBody>
      </p:sp>
      <p:sp>
        <p:nvSpPr>
          <p:cNvPr id="1145" name="Google Shape;1145;p9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p>
        </p:txBody>
      </p:sp>
      <p:sp>
        <p:nvSpPr>
          <p:cNvPr id="1146" name="Google Shape;1146;p9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Shova Shrestha,Dept of Civil Engg</a:t>
            </a:r>
            <a:endParaRPr lang="en-US"/>
          </a:p>
        </p:txBody>
      </p:sp>
      <p:sp>
        <p:nvSpPr>
          <p:cNvPr id="1147" name="Google Shape;1147;p9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1148" name="Google Shape;1148;p94"/>
          <p:cNvPicPr preferRelativeResize="0"/>
          <p:nvPr>
            <p:ph type="body" idx="1"/>
          </p:nvPr>
        </p:nvPicPr>
        <p:blipFill rotWithShape="1">
          <a:blip r:embed="rId1"/>
          <a:srcRect/>
          <a:stretch>
            <a:fillRect/>
          </a:stretch>
        </p:blipFill>
        <p:spPr>
          <a:xfrm>
            <a:off x="-1" y="187036"/>
            <a:ext cx="8991601" cy="613756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17601</Words>
  <Application>WPS Presentation</Application>
  <PresentationFormat/>
  <Paragraphs>838</Paragraphs>
  <Slides>92</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92</vt:i4>
      </vt:variant>
    </vt:vector>
  </HeadingPairs>
  <TitlesOfParts>
    <vt:vector size="103" baseType="lpstr">
      <vt:lpstr>Arial</vt:lpstr>
      <vt:lpstr>SimSun</vt:lpstr>
      <vt:lpstr>Wingdings</vt:lpstr>
      <vt:lpstr>Arial</vt:lpstr>
      <vt:lpstr>Calibri</vt:lpstr>
      <vt:lpstr>Times New Roman</vt:lpstr>
      <vt:lpstr>Microsoft YaHei</vt:lpstr>
      <vt:lpstr>Arial Unicode MS</vt:lpstr>
      <vt:lpstr>Noto Sans Symbols</vt:lpstr>
      <vt:lpstr>Amazed Breath</vt:lpstr>
      <vt:lpstr>Office Theme</vt:lpstr>
      <vt:lpstr>Applied Mechanics  Computer(I/II) </vt:lpstr>
      <vt:lpstr>Chapter 1.Introduction</vt:lpstr>
      <vt:lpstr>1.1.Defination and Scope of Applied Mechanics</vt:lpstr>
      <vt:lpstr>Mechanics</vt:lpstr>
      <vt:lpstr>PowerPoint 演示文稿</vt:lpstr>
      <vt:lpstr>PowerPoint 演示文稿</vt:lpstr>
      <vt:lpstr>Applied Mechanics</vt:lpstr>
      <vt:lpstr>Branch of applied mechanics</vt:lpstr>
      <vt:lpstr>PowerPoint 演示文稿</vt:lpstr>
      <vt:lpstr>PowerPoint 演示文稿</vt:lpstr>
      <vt:lpstr>Dynamics:  </vt:lpstr>
      <vt:lpstr> </vt:lpstr>
      <vt:lpstr>PowerPoint 演示文稿</vt:lpstr>
      <vt:lpstr>PowerPoint 演示文稿</vt:lpstr>
      <vt:lpstr>Physical Quantity</vt:lpstr>
      <vt:lpstr>PowerPoint 演示文稿</vt:lpstr>
      <vt:lpstr>SYSTEMS OF UNITS</vt:lpstr>
      <vt:lpstr>PowerPoint 演示文稿</vt:lpstr>
      <vt:lpstr>1.2 Concept of rigid and deformed bodies</vt:lpstr>
      <vt:lpstr>Rigid Body</vt:lpstr>
      <vt:lpstr>Deformed bodies</vt:lpstr>
      <vt:lpstr>1.3 Fundamental concept and principles of mechanics</vt:lpstr>
      <vt:lpstr>Principle of transmissibility of force </vt:lpstr>
      <vt:lpstr>Key point for principle of transmissibility:</vt:lpstr>
      <vt:lpstr>1.4 Concept of particles and free body diagram</vt:lpstr>
      <vt:lpstr>Particle</vt:lpstr>
      <vt:lpstr>Free Body Diagram</vt:lpstr>
      <vt:lpstr>A practical definition of the FBD may be written in the form of an equation as follows:</vt:lpstr>
      <vt:lpstr>What is the purpose of a free body diagram? </vt:lpstr>
      <vt:lpstr>Guides for drawing free body diagram</vt:lpstr>
      <vt:lpstr>PowerPoint 演示文稿</vt:lpstr>
      <vt:lpstr>PowerPoint 演示文稿</vt:lpstr>
      <vt:lpstr>Examples:</vt:lpstr>
      <vt:lpstr>PowerPoint 演示文稿</vt:lpstr>
      <vt:lpstr>PowerPoint 演示文稿</vt:lpstr>
      <vt:lpstr>Examples:</vt:lpstr>
      <vt:lpstr>PowerPoint 演示文稿</vt:lpstr>
      <vt:lpstr>PowerPoint 演示文稿</vt:lpstr>
      <vt:lpstr>1.5 Equation of equilibrium in two dimension</vt:lpstr>
      <vt:lpstr>Equilibrium</vt:lpstr>
      <vt:lpstr>PowerPoint 演示文稿</vt:lpstr>
      <vt:lpstr>Importance of equilibrium</vt:lpstr>
      <vt:lpstr>Principle of equilibrium </vt:lpstr>
      <vt:lpstr>Equation of equilibrium in two dimension</vt:lpstr>
      <vt:lpstr>PowerPoint 演示文稿</vt:lpstr>
      <vt:lpstr>PowerPoint 演示文稿</vt:lpstr>
      <vt:lpstr>Equilibrium in two dimensions(3D)</vt:lpstr>
      <vt:lpstr>PowerPoint 演示文稿</vt:lpstr>
      <vt:lpstr>Scalar and vector quantities</vt:lpstr>
      <vt:lpstr>PowerPoint 演示文稿</vt:lpstr>
      <vt:lpstr>PowerPoint 演示文稿</vt:lpstr>
      <vt:lpstr>Force </vt:lpstr>
      <vt:lpstr>PowerPoint 演示文稿</vt:lpstr>
      <vt:lpstr>PowerPoint 演示文稿</vt:lpstr>
      <vt:lpstr>Effects of a force</vt:lpstr>
      <vt:lpstr>Types of forces:1) External and                                 2) Internal Forces</vt:lpstr>
      <vt:lpstr>System of forces</vt:lpstr>
      <vt:lpstr>What is a force system?</vt:lpstr>
      <vt:lpstr>What is a force system?</vt:lpstr>
      <vt:lpstr>What is a force system?</vt:lpstr>
      <vt:lpstr>Collinear forces</vt:lpstr>
      <vt:lpstr>PowerPoint 演示文稿</vt:lpstr>
      <vt:lpstr>Coplanar concurrent forces.</vt:lpstr>
      <vt:lpstr>Coplanar non-concurrent forces.</vt:lpstr>
      <vt:lpstr>Non-coplanar concurrent forces</vt:lpstr>
      <vt:lpstr>Non-coplanar non-concurrent forces</vt:lpstr>
      <vt:lpstr>RESULTANT FORCE</vt:lpstr>
      <vt:lpstr>RESOLUTION AND COMPOSITION OF FORCES</vt:lpstr>
      <vt:lpstr>PowerPoint 演示文稿</vt:lpstr>
      <vt:lpstr>Parallelogram law of forces</vt:lpstr>
      <vt:lpstr>PowerPoint 演示文稿</vt:lpstr>
      <vt:lpstr>PowerPoint 演示文稿</vt:lpstr>
      <vt:lpstr>Triangle law of forces</vt:lpstr>
      <vt:lpstr>PowerPoint 演示文稿</vt:lpstr>
      <vt:lpstr>PowerPoint 演示文稿</vt:lpstr>
      <vt:lpstr>PowerPoint 演示文稿</vt:lpstr>
      <vt:lpstr>PowerPoint 演示文稿</vt:lpstr>
      <vt:lpstr>PowerPoint 演示文稿</vt:lpstr>
      <vt:lpstr>POLYGON LAW OF FORCES </vt:lpstr>
      <vt:lpstr>PowerPoint 演示文稿</vt:lpstr>
      <vt:lpstr>Principal of transmissibility of forces</vt:lpstr>
      <vt:lpstr>Principle of transmissibility</vt:lpstr>
      <vt:lpstr>Principle of transmissibility</vt:lpstr>
      <vt:lpstr>Principle of Transmissibility:  Equivalent Forces</vt:lpstr>
      <vt:lpstr>Vector expressed in terms of rectangular components </vt:lpstr>
      <vt:lpstr>Unit vector in Cartesian Coordinate</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Applied Mechanics  Computer(I/II) </dc:title>
  <dc:creator>Shova</dc:creator>
  <cp:lastModifiedBy>ASUS</cp:lastModifiedBy>
  <cp:revision>1</cp:revision>
  <dcterms:created xsi:type="dcterms:W3CDTF">2025-09-11T15:54:09Z</dcterms:created>
  <dcterms:modified xsi:type="dcterms:W3CDTF">2025-09-11T15:54:09Z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6DC9267006AA495B999CDC9C2A6CE15F</vt:lpwstr>
  </property>
  <property fmtid="{D5CDD505-2E9C-101B-9397-08002B2CF9AE}" pid="3" name="KSOProductBuildVer">
    <vt:lpwstr>1033-12.2.0.21931</vt:lpwstr>
  </property>
</Properties>
</file>